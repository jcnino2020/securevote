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e34f080b534a86" /><Relationship Type="http://schemas.openxmlformats.org/officeDocument/2006/relationships/extended-properties" Target="/docProps/app.xml" Id="R9ce9b22953c840d3" /><Relationship Type="http://schemas.openxmlformats.org/officeDocument/2006/relationships/officeDocument" Target="/ppt/presentation.xml" Id="R4b6a65dd360e46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00ae58867f44ae"/>
  </p:sldMasterIdLst>
  <p:notesMasterIdLst>
    <p:notesMasterId xmlns:r="http://schemas.openxmlformats.org/officeDocument/2006/relationships" r:id="R1e4af31b936d4a8c"/>
  </p:notesMasterIdLst>
  <p:sldIdLst>
    <p:sldId xmlns:r="http://schemas.openxmlformats.org/officeDocument/2006/relationships" id="256" r:id="R243f00fc7c744347"/>
    <p:sldId xmlns:r="http://schemas.openxmlformats.org/officeDocument/2006/relationships" id="257" r:id="R053a7e68cd074636"/>
    <p:sldId xmlns:r="http://schemas.openxmlformats.org/officeDocument/2006/relationships" id="258" r:id="R201a36ea5cf24974"/>
    <p:sldId xmlns:r="http://schemas.openxmlformats.org/officeDocument/2006/relationships" id="259" r:id="R2aa02131f96d4c0b"/>
    <p:sldId xmlns:r="http://schemas.openxmlformats.org/officeDocument/2006/relationships" id="260" r:id="R5c99b0b7a25d4f42"/>
    <p:sldId xmlns:r="http://schemas.openxmlformats.org/officeDocument/2006/relationships" id="261" r:id="Rc5da882e71b24328"/>
    <p:sldId xmlns:r="http://schemas.openxmlformats.org/officeDocument/2006/relationships" id="262" r:id="Rab8e16b66e434953"/>
    <p:sldId xmlns:r="http://schemas.openxmlformats.org/officeDocument/2006/relationships" id="263" r:id="R7d42fe25890a4e92"/>
    <p:sldId xmlns:r="http://schemas.openxmlformats.org/officeDocument/2006/relationships" id="264" r:id="R0fda405ad411488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1ad57dd1de4bb0" /><Relationship Type="http://schemas.openxmlformats.org/officeDocument/2006/relationships/slideMaster" Target="/ppt/slideMasters/slideMaster1.xml" Id="R7c00ae58867f44ae" /><Relationship Type="http://schemas.openxmlformats.org/officeDocument/2006/relationships/notesMaster" Target="/ppt/notesMasters/notesMaster1.xml" Id="R1e4af31b936d4a8c" /><Relationship Type="http://schemas.openxmlformats.org/officeDocument/2006/relationships/presProps" Target="/ppt/presProps.xml" Id="Rec0a4eb6cf454aea" /><Relationship Type="http://schemas.openxmlformats.org/officeDocument/2006/relationships/tableStyles" Target="/ppt/tableStyles.xml" Id="Ra2a215c0298f49f9" /><Relationship Type="http://schemas.openxmlformats.org/officeDocument/2006/relationships/slide" Target="/ppt/slides/slide1.xml" Id="R243f00fc7c744347" /><Relationship Type="http://schemas.openxmlformats.org/officeDocument/2006/relationships/slide" Target="/ppt/slides/slide2.xml" Id="R053a7e68cd074636" /><Relationship Type="http://schemas.openxmlformats.org/officeDocument/2006/relationships/slide" Target="/ppt/slides/slide3.xml" Id="R201a36ea5cf24974" /><Relationship Type="http://schemas.openxmlformats.org/officeDocument/2006/relationships/slide" Target="/ppt/slides/slide4.xml" Id="R2aa02131f96d4c0b" /><Relationship Type="http://schemas.openxmlformats.org/officeDocument/2006/relationships/slide" Target="/ppt/slides/slide5.xml" Id="R5c99b0b7a25d4f42" /><Relationship Type="http://schemas.openxmlformats.org/officeDocument/2006/relationships/slide" Target="/ppt/slides/slide6.xml" Id="Rc5da882e71b24328" /><Relationship Type="http://schemas.openxmlformats.org/officeDocument/2006/relationships/slide" Target="/ppt/slides/slide7.xml" Id="Rab8e16b66e434953" /><Relationship Type="http://schemas.openxmlformats.org/officeDocument/2006/relationships/slide" Target="/ppt/slides/slide8.xml" Id="R7d42fe25890a4e92" /><Relationship Type="http://schemas.openxmlformats.org/officeDocument/2006/relationships/slide" Target="/ppt/slides/slide9.xml" Id="R0fda405ad41148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69232ff20d4a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7c84ee1a3a4aad" /><Relationship Type="http://schemas.openxmlformats.org/officeDocument/2006/relationships/notesMaster" Target="/ppt/notesMasters/notesMaster1.xml" Id="R13b119439bb749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657dbccc1642ab" /><Relationship Type="http://schemas.openxmlformats.org/officeDocument/2006/relationships/notesMaster" Target="/ppt/notesMasters/notesMaster1.xml" Id="R6dd8aab23a774b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d1da268ee64ee5" /><Relationship Type="http://schemas.openxmlformats.org/officeDocument/2006/relationships/notesMaster" Target="/ppt/notesMasters/notesMaster1.xml" Id="R4633d8c8f51a420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242d5e60c6489f" /><Relationship Type="http://schemas.openxmlformats.org/officeDocument/2006/relationships/notesMaster" Target="/ppt/notesMasters/notesMaster1.xml" Id="R02c79b8f135749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315f0677064c0a" /><Relationship Type="http://schemas.openxmlformats.org/officeDocument/2006/relationships/notesMaster" Target="/ppt/notesMasters/notesMaster1.xml" Id="R9afa1c26aa794b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18bf2cf5fe4f6a" /><Relationship Type="http://schemas.openxmlformats.org/officeDocument/2006/relationships/notesMaster" Target="/ppt/notesMasters/notesMaster1.xml" Id="R8ff7df1846604b5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60ab3a2cff41fc" /><Relationship Type="http://schemas.openxmlformats.org/officeDocument/2006/relationships/notesMaster" Target="/ppt/notesMasters/notesMaster1.xml" Id="Rdcbc5469c4114df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900b874dc9b4769" /><Relationship Type="http://schemas.openxmlformats.org/officeDocument/2006/relationships/notesMaster" Target="/ppt/notesMasters/notesMaster1.xml" Id="R5fa844627d35460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ffbcc52e76a4d43" /><Relationship Type="http://schemas.openxmlformats.org/officeDocument/2006/relationships/notesMaster" Target="/ppt/notesMasters/notesMaster1.xml" Id="R0e0ba1bd2e1143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Good morning. Our group will present SecureVote authentication: account registration, sign-in, and the voter dashboard. We will finish with a live walkthrough of the separate SecureVote demo site.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required presentation scope is authentication and the landing dashboard. The sample site also has election features, but we will only point out where they appear on the dashboard.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Register. Show the identity and password fields. Explain that a successful registration creates an account and signs the voter in, taking them directly to the dashboard. Use a fresh sample account in the live 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checks run on the server. Names have length limits, usernames use permitted characters, email addresses are validated, and usernames and emails must be unique. Passwords need a letter and number and must match confirmation. SecureVote stores a password hash, not the entered password.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Sign in page. A voter can use their username or email address. If the credentials match, the application starts a session and sends them to the dashboard.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SecureVote verifies the password against a stored hash. The login route tracks failed attempts per identifier and applies a 15-minute wait after five failures. It checks a CSRF token and regenerates the session ID after successful authentication.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After authentication the voter lands here. Point to the account status and the three sample elections. These sample accounts and ballots are separate from the official SecureVote election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https://darkblue-hummingbird-464264.hostingersite.com/securevote/demo/. Register a fresh sample voter, show the redirect to the dashboard, sign out, and sign back in with the new account. Do not reveal the password on the projector.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Thank the audience. Invite questions about registration, login, or what appears on the dashboard. If needed, return to the live site to show a specific step.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4b26cefa75478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9fc46e9e46407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68c729f291421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4da16340eb40b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d4cc3105c941c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a30a1b209f42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E05B27B-C75E-458E-9AA9-0F77CEC4BD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F2BF9EC-281C-45F2-9103-3E32C79FC2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B2318D7-662E-4AF0-8F93-A9DA309E23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471748D-06AF-4759-9554-B5FB33BE46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8178418-3CDC-4042-AA66-6CA6AA457C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210E68E-E8D1-4EB8-915E-EE76DAE69F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53C16F6-9E9A-43D8-A8AF-15573CEC71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7EDBD86-5415-44E9-982E-6A430F4C154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9B711F0-6B6D-4323-9574-38A94F7E03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84CF8A9-EF65-41B4-905F-0597F2AB74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56bbae2cc34599" /><Relationship Type="http://schemas.openxmlformats.org/officeDocument/2006/relationships/slideLayout" Target="/ppt/slideLayouts/slideLayout1.xml" Id="R6fb556c49cb44881" /><Relationship Type="http://schemas.openxmlformats.org/officeDocument/2006/relationships/slideLayout" Target="/ppt/slideLayouts/slideLayout2.xml" Id="Rc8b7cd55174c48ce" /><Relationship Type="http://schemas.openxmlformats.org/officeDocument/2006/relationships/slideLayout" Target="/ppt/slideLayouts/slideLayout3.xml" Id="R87a23f5eafa24ea3" /><Relationship Type="http://schemas.openxmlformats.org/officeDocument/2006/relationships/slideLayout" Target="/ppt/slideLayouts/slideLayout4.xml" Id="R217764cbcec44234" /><Relationship Type="http://schemas.openxmlformats.org/officeDocument/2006/relationships/slideLayout" Target="/ppt/slideLayouts/slideLayout5.xml" Id="R88c9986fd4e3459c" /><Relationship Type="http://schemas.openxmlformats.org/officeDocument/2006/relationships/slideLayout" Target="/ppt/slideLayouts/slideLayout6.xml" Id="Rcd8e5b85e9d74c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b556c49cb44881"/>
    <p:sldLayoutId xmlns:r="http://schemas.openxmlformats.org/officeDocument/2006/relationships" id="2147483650" r:id="Rc8b7cd55174c48ce"/>
    <p:sldLayoutId xmlns:r="http://schemas.openxmlformats.org/officeDocument/2006/relationships" id="2147483651" r:id="R87a23f5eafa24ea3"/>
    <p:sldLayoutId xmlns:r="http://schemas.openxmlformats.org/officeDocument/2006/relationships" id="2147483652" r:id="R217764cbcec44234"/>
    <p:sldLayoutId xmlns:r="http://schemas.openxmlformats.org/officeDocument/2006/relationships" id="2147483653" r:id="R88c9986fd4e3459c"/>
    <p:sldLayoutId xmlns:r="http://schemas.openxmlformats.org/officeDocument/2006/relationships" id="2147483654" r:id="Rcd8e5b85e9d74c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d3a07cabab4de0" /><Relationship Type="http://schemas.openxmlformats.org/officeDocument/2006/relationships/image" Target="/ppt/media/image.png" Id="R66b62aaab3744e21" /><Relationship Type="http://schemas.openxmlformats.org/officeDocument/2006/relationships/image" Target="/ppt/media/image.svg" Id="R7a99c960e855471b" /><Relationship Type="http://schemas.openxmlformats.org/officeDocument/2006/relationships/image" Target="/ppt/media/image2.png" Id="R81c39802025e4a09" /><Relationship Type="http://schemas.openxmlformats.org/officeDocument/2006/relationships/notesSlide" Target="/ppt/notesSlides/notesSlide1.xml" Id="Re110e06cb8f04d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f4b736c1964c19" /><Relationship Type="http://schemas.openxmlformats.org/officeDocument/2006/relationships/notesSlide" Target="/ppt/notesSlides/notesSlide2.xml" Id="R1f3693d7556743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ad3a3cb40e4df8" /><Relationship Type="http://schemas.openxmlformats.org/officeDocument/2006/relationships/image" Target="/ppt/media/image3.png" Id="R74819bbdb78745a9" /><Relationship Type="http://schemas.openxmlformats.org/officeDocument/2006/relationships/image" Target="/ppt/media/image2.svg" Id="Rb225df1e85034d9e" /><Relationship Type="http://schemas.openxmlformats.org/officeDocument/2006/relationships/image" Target="/ppt/media/image4.png" Id="R4d09dc0e7a69421f" /><Relationship Type="http://schemas.openxmlformats.org/officeDocument/2006/relationships/notesSlide" Target="/ppt/notesSlides/notesSlide3.xml" Id="Re0acb00810e441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590975ebec4520" /><Relationship Type="http://schemas.openxmlformats.org/officeDocument/2006/relationships/notesSlide" Target="/ppt/notesSlides/notesSlide4.xml" Id="R37100c22409e4bc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073d6f3bad4ab7" /><Relationship Type="http://schemas.openxmlformats.org/officeDocument/2006/relationships/image" Target="/ppt/media/image5.png" Id="R391e4a1639624bbd" /><Relationship Type="http://schemas.openxmlformats.org/officeDocument/2006/relationships/image" Target="/ppt/media/image3.svg" Id="R5029653d713643ea" /><Relationship Type="http://schemas.openxmlformats.org/officeDocument/2006/relationships/image" Target="/ppt/media/image6.png" Id="Re7ff51293d6041d5" /><Relationship Type="http://schemas.openxmlformats.org/officeDocument/2006/relationships/notesSlide" Target="/ppt/notesSlides/notesSlide5.xml" Id="Rfd5dd5aa4db448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f803b612d94ff1" /><Relationship Type="http://schemas.openxmlformats.org/officeDocument/2006/relationships/notesSlide" Target="/ppt/notesSlides/notesSlide6.xml" Id="R7dfc51b0ed064d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702ccbe28242f0" /><Relationship Type="http://schemas.openxmlformats.org/officeDocument/2006/relationships/image" Target="/ppt/media/image7.png" Id="R17647dc1bc4449d8" /><Relationship Type="http://schemas.openxmlformats.org/officeDocument/2006/relationships/image" Target="/ppt/media/image4.svg" Id="R3a53423bf1ff4d43" /><Relationship Type="http://schemas.openxmlformats.org/officeDocument/2006/relationships/image" Target="/ppt/media/image8.png" Id="Rae4dc81bf2684a9b" /><Relationship Type="http://schemas.openxmlformats.org/officeDocument/2006/relationships/notesSlide" Target="/ppt/notesSlides/notesSlide7.xml" Id="R7a905d338bfd43a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3c15ee7553444a" /><Relationship Type="http://schemas.openxmlformats.org/officeDocument/2006/relationships/image" Target="/ppt/media/image9.png" Id="R6c45fc51025648e0" /><Relationship Type="http://schemas.openxmlformats.org/officeDocument/2006/relationships/image" Target="/ppt/media/image5.svg" Id="R13f3dd3a74074263" /><Relationship Type="http://schemas.openxmlformats.org/officeDocument/2006/relationships/notesSlide" Target="/ppt/notesSlides/notesSlide8.xml" Id="Rd149e828adcf4cc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9a011a657544d2" /><Relationship Type="http://schemas.openxmlformats.org/officeDocument/2006/relationships/notesSlide" Target="/ppt/notesSlides/notesSlide9.xml" Id="Rab12530fb8a0447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1320A5-B1C5-4507-A575-15C43D8B63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b62aaab3744e21">
            <a:extLst>
              <a:ext uri="{96DAC541-7B7A-43D3-8B79-37D633B846F1}">
                <asvg:svgBlip xmlns:asvg="http://schemas.microsoft.com/office/drawing/2016/SVG/main" r:embed="R7a99c960e855471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285750"/>
            <a:ext cx="1952625" cy="40957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7412A3-B486-4C6E-8599-36C51F6F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4810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7065"/>
          </a:bodyPr>
          <a:lstStyle xmlns:a="http://schemas.openxmlformats.org/drawingml/2006/main">
            <a:defPPr algn="l">
              <a:defRPr sz="5025" b="1">
                <a:solidFill>
                  <a:srgbClr val="1C285E"/>
                </a:solidFill>
                <a:latin typeface="DM Sans"/>
                <a:ea typeface="DM Sans"/>
                <a:cs typeface="DM Sans"/>
              </a:defRPr>
            </a:defPPr>
            <a:lvl1pPr algn="l">
              <a:defRPr sz="5025" b="1">
                <a:solidFill>
                  <a:srgbClr val="1C285E"/>
                </a:solidFill>
                <a:latin typeface="DM Sans"/>
                <a:ea typeface="DM Sans"/>
                <a:cs typeface="DM Sans"/>
              </a:defRPr>
            </a:lvl1pPr>
            <a:lvl2pPr algn="l">
              <a:defRPr sz="5025" b="1">
                <a:solidFill>
                  <a:srgbClr val="1C285E"/>
                </a:solidFill>
                <a:latin typeface="DM Sans"/>
                <a:ea typeface="DM Sans"/>
                <a:cs typeface="DM Sans"/>
              </a:defRPr>
            </a:lvl2pPr>
            <a:lvl3pPr algn="l">
              <a:defRPr sz="5025" b="1">
                <a:solidFill>
                  <a:srgbClr val="1C285E"/>
                </a:solidFill>
                <a:latin typeface="DM Sans"/>
                <a:ea typeface="DM Sans"/>
                <a:cs typeface="DM Sans"/>
              </a:defRPr>
            </a:lvl3pPr>
            <a:lvl4pPr algn="l">
              <a:defRPr sz="5025" b="1">
                <a:solidFill>
                  <a:srgbClr val="1C285E"/>
                </a:solidFill>
                <a:latin typeface="DM Sans"/>
                <a:ea typeface="DM Sans"/>
                <a:cs typeface="DM Sans"/>
              </a:defRPr>
            </a:lvl4pPr>
            <a:lvl5pPr algn="l">
              <a:defRPr sz="5025" b="1">
                <a:solidFill>
                  <a:srgbClr val="1C285E"/>
                </a:solidFill>
                <a:latin typeface="DM Sans"/>
                <a:ea typeface="DM Sans"/>
                <a:cs typeface="DM Sans"/>
              </a:defRPr>
            </a:lvl5pPr>
            <a:lvl6pPr algn="l">
              <a:defRPr sz="5025" b="1">
                <a:solidFill>
                  <a:srgbClr val="1C285E"/>
                </a:solidFill>
                <a:latin typeface="DM Sans"/>
                <a:ea typeface="DM Sans"/>
                <a:cs typeface="DM Sans"/>
              </a:defRPr>
            </a:lvl6pPr>
            <a:lvl7pPr algn="l">
              <a:defRPr sz="5025" b="1">
                <a:solidFill>
                  <a:srgbClr val="1C285E"/>
                </a:solidFill>
                <a:latin typeface="DM Sans"/>
                <a:ea typeface="DM Sans"/>
                <a:cs typeface="DM Sans"/>
              </a:defRPr>
            </a:lvl7pPr>
            <a:lvl8pPr algn="l">
              <a:defRPr sz="5025" b="1">
                <a:solidFill>
                  <a:srgbClr val="1C285E"/>
                </a:solidFill>
                <a:latin typeface="DM Sans"/>
                <a:ea typeface="DM Sans"/>
                <a:cs typeface="DM Sans"/>
              </a:defRPr>
            </a:lvl8pPr>
            <a:lvl9pPr algn="l">
              <a:defRPr sz="5025" b="1">
                <a:solidFill>
                  <a:srgbClr val="1C285E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 algn="l">
              <a:defRPr sz="5025" b="1">
                <a:solidFill>
                  <a:srgbClr val="1C285E"/>
                </a:solidFill>
                <a:latin typeface="DM Sans"/>
                <a:ea typeface="DM Sans"/>
                <a:cs typeface="DM Sans"/>
              </a:defRPr>
            </a:pPr>
            <a:r>
              <a:rPr sz="5025" b="1">
                <a:solidFill>
                  <a:srgbClr val="1C285E"/>
                </a:solidFill>
                <a:latin typeface="DM Sans"/>
                <a:ea typeface="DM Sans"/>
                <a:cs typeface="DM Sans"/>
              </a:rPr>
              <a:t>SecureVote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ED192E-A6EC-4E04-8879-FC7FEFE1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52863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37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defPPr>
            <a:lvl1pPr algn="l">
              <a:defRPr sz="337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1pPr>
            <a:lvl2pPr algn="l">
              <a:defRPr sz="337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2pPr>
            <a:lvl3pPr algn="l">
              <a:defRPr sz="337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3pPr>
            <a:lvl4pPr algn="l">
              <a:defRPr sz="337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4pPr>
            <a:lvl5pPr algn="l">
              <a:defRPr sz="337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5pPr>
            <a:lvl6pPr algn="l">
              <a:defRPr sz="337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6pPr>
            <a:lvl7pPr algn="l">
              <a:defRPr sz="337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7pPr>
            <a:lvl8pPr algn="l">
              <a:defRPr sz="337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8pPr>
            <a:lvl9pPr algn="l">
              <a:defRPr sz="337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 algn="l">
              <a:defRPr sz="337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pPr>
            <a:r>
              <a:rPr sz="3375" b="1">
                <a:solidFill>
                  <a:srgbClr val="3D50B6"/>
                </a:solidFill>
                <a:latin typeface="DM Sans"/>
                <a:ea typeface="DM Sans"/>
                <a:cs typeface="DM Sans"/>
              </a:rPr>
              <a:t>Authentication and voter dashboard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B3FCD0-E931-44C1-923B-FA1A54AF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defPPr>
            <a:lvl1pPr algn="l">
              <a:defRPr sz="1650" b="0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1pPr>
            <a:lvl2pPr algn="l">
              <a:defRPr sz="1650" b="0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2pPr>
            <a:lvl3pPr algn="l">
              <a:defRPr sz="1650" b="0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3pPr>
            <a:lvl4pPr algn="l">
              <a:defRPr sz="1650" b="0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4pPr>
            <a:lvl5pPr algn="l">
              <a:defRPr sz="1650" b="0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5pPr>
            <a:lvl6pPr algn="l">
              <a:defRPr sz="1650" b="0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6pPr>
            <a:lvl7pPr algn="l">
              <a:defRPr sz="1650" b="0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7pPr>
            <a:lvl8pPr algn="l">
              <a:defRPr sz="1650" b="0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8pPr>
            <a:lvl9pPr algn="l">
              <a:defRPr sz="1650" b="0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pPr>
            <a:r>
              <a:rPr sz="1650" b="0">
                <a:solidFill>
                  <a:srgbClr val="536384"/>
                </a:solidFill>
                <a:latin typeface="DM Sans"/>
                <a:ea typeface="DM Sans"/>
                <a:cs typeface="DM Sans"/>
              </a:rPr>
              <a:t>Group presentation with a live website walkthrough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26B39B-DA7E-4062-8F42-4B6E8E05AF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c39802025e4a09"/>
          <a:stretch xmlns:a="http://schemas.openxmlformats.org/drawingml/2006/main"/>
        </p:blipFill>
        <p:spPr>
          <a:xfrm xmlns:a="http://schemas.openxmlformats.org/drawingml/2006/main">
            <a:off x="6048375" y="1493639"/>
            <a:ext cx="5476875" cy="342304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2489D7-83C0-47B4-A9E2-73A03F25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C285E"/>
                </a:solidFill>
                <a:latin typeface="DM Sans"/>
                <a:ea typeface="DM Sans"/>
                <a:cs typeface="DM Sans"/>
              </a:defRPr>
            </a:defPPr>
            <a:lvl1pPr algn="l">
              <a:defRPr sz="1425" b="1">
                <a:solidFill>
                  <a:srgbClr val="1C285E"/>
                </a:solidFill>
                <a:latin typeface="DM Sans"/>
                <a:ea typeface="DM Sans"/>
                <a:cs typeface="DM Sans"/>
              </a:defRPr>
            </a:lvl1pPr>
            <a:lvl2pPr algn="l">
              <a:defRPr sz="1425" b="1">
                <a:solidFill>
                  <a:srgbClr val="1C285E"/>
                </a:solidFill>
                <a:latin typeface="DM Sans"/>
                <a:ea typeface="DM Sans"/>
                <a:cs typeface="DM Sans"/>
              </a:defRPr>
            </a:lvl2pPr>
            <a:lvl3pPr algn="l">
              <a:defRPr sz="1425" b="1">
                <a:solidFill>
                  <a:srgbClr val="1C285E"/>
                </a:solidFill>
                <a:latin typeface="DM Sans"/>
                <a:ea typeface="DM Sans"/>
                <a:cs typeface="DM Sans"/>
              </a:defRPr>
            </a:lvl3pPr>
            <a:lvl4pPr algn="l">
              <a:defRPr sz="1425" b="1">
                <a:solidFill>
                  <a:srgbClr val="1C285E"/>
                </a:solidFill>
                <a:latin typeface="DM Sans"/>
                <a:ea typeface="DM Sans"/>
                <a:cs typeface="DM Sans"/>
              </a:defRPr>
            </a:lvl4pPr>
            <a:lvl5pPr algn="l">
              <a:defRPr sz="1425" b="1">
                <a:solidFill>
                  <a:srgbClr val="1C285E"/>
                </a:solidFill>
                <a:latin typeface="DM Sans"/>
                <a:ea typeface="DM Sans"/>
                <a:cs typeface="DM Sans"/>
              </a:defRPr>
            </a:lvl5pPr>
            <a:lvl6pPr algn="l">
              <a:defRPr sz="1425" b="1">
                <a:solidFill>
                  <a:srgbClr val="1C285E"/>
                </a:solidFill>
                <a:latin typeface="DM Sans"/>
                <a:ea typeface="DM Sans"/>
                <a:cs typeface="DM Sans"/>
              </a:defRPr>
            </a:lvl6pPr>
            <a:lvl7pPr algn="l">
              <a:defRPr sz="1425" b="1">
                <a:solidFill>
                  <a:srgbClr val="1C285E"/>
                </a:solidFill>
                <a:latin typeface="DM Sans"/>
                <a:ea typeface="DM Sans"/>
                <a:cs typeface="DM Sans"/>
              </a:defRPr>
            </a:lvl7pPr>
            <a:lvl8pPr algn="l">
              <a:defRPr sz="1425" b="1">
                <a:solidFill>
                  <a:srgbClr val="1C285E"/>
                </a:solidFill>
                <a:latin typeface="DM Sans"/>
                <a:ea typeface="DM Sans"/>
                <a:cs typeface="DM Sans"/>
              </a:defRPr>
            </a:lvl8pPr>
            <a:lvl9pPr algn="l">
              <a:defRPr sz="1425" b="1">
                <a:solidFill>
                  <a:srgbClr val="1C285E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C285E"/>
                </a:solidFill>
                <a:latin typeface="DM Sans"/>
                <a:ea typeface="DM Sans"/>
                <a:cs typeface="DM Sans"/>
              </a:defRPr>
            </a:pPr>
            <a:r>
              <a:rPr sz="1425" b="1">
                <a:solidFill>
                  <a:srgbClr val="1C285E"/>
                </a:solidFill>
                <a:latin typeface="DM Sans"/>
                <a:ea typeface="DM Sans"/>
                <a:cs typeface="DM Sans"/>
              </a:rPr>
              <a:t>securevote/demo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07A302-9E67-4EE1-A434-1957E460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3246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defPPr>
            <a:lvl1pPr algn="r">
              <a:defRPr sz="1050" b="1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1pPr>
            <a:lvl2pPr algn="r">
              <a:defRPr sz="1050" b="1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2pPr>
            <a:lvl3pPr algn="r">
              <a:defRPr sz="1050" b="1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3pPr>
            <a:lvl4pPr algn="r">
              <a:defRPr sz="1050" b="1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4pPr>
            <a:lvl5pPr algn="r">
              <a:defRPr sz="1050" b="1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5pPr>
            <a:lvl6pPr algn="r">
              <a:defRPr sz="1050" b="1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6pPr>
            <a:lvl7pPr algn="r">
              <a:defRPr sz="1050" b="1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7pPr>
            <a:lvl8pPr algn="r">
              <a:defRPr sz="1050" b="1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8pPr>
            <a:lvl9pPr algn="r">
              <a:defRPr sz="1050" b="1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pPr>
            <a:r>
              <a:rPr sz="1050" b="1">
                <a:solidFill>
                  <a:srgbClr val="536384"/>
                </a:solidFill>
                <a:latin typeface="DM Sans"/>
                <a:ea typeface="DM Sans"/>
                <a:cs typeface="DM Sans"/>
              </a:rPr>
              <a:t>01 / 09</a:t>
            </a:r>
          </a:p>
        </p:txBody>
      </p:sp>
    </p:spTree>
    <p:extLst>
      <p:ext uri="{BB962C8B-B14F-4D97-AF65-F5344CB8AC3E}">
        <p14:creationId xmlns:p14="http://schemas.microsoft.com/office/powerpoint/2010/main" val="4335962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119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2018F6-39D2-4C78-B669-B5956E36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defPPr>
            <a:lvl1pPr algn="l">
              <a:defRPr sz="16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1pPr>
            <a:lvl2pPr algn="l">
              <a:defRPr sz="16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2pPr>
            <a:lvl3pPr algn="l">
              <a:defRPr sz="16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3pPr>
            <a:lvl4pPr algn="l">
              <a:defRPr sz="16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4pPr>
            <a:lvl5pPr algn="l">
              <a:defRPr sz="16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5pPr>
            <a:lvl6pPr algn="l">
              <a:defRPr sz="16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6pPr>
            <a:lvl7pPr algn="l">
              <a:defRPr sz="16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7pPr>
            <a:lvl8pPr algn="l">
              <a:defRPr sz="16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8pPr>
            <a:lvl9pPr algn="l">
              <a:defRPr sz="16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pPr>
            <a:r>
              <a:rPr sz="1650" b="1">
                <a:solidFill>
                  <a:srgbClr val="AFBBFF"/>
                </a:solidFill>
                <a:latin typeface="DM Sans"/>
                <a:ea typeface="DM Sans"/>
                <a:cs typeface="DM Sans"/>
              </a:rPr>
              <a:t>SECUREVOTE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6913B1-A5BD-45F5-AB0E-52AFE8780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82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defPPr>
            <a:lvl1pPr algn="l">
              <a:defRPr sz="382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1pPr>
            <a:lvl2pPr algn="l">
              <a:defRPr sz="382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2pPr>
            <a:lvl3pPr algn="l">
              <a:defRPr sz="382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3pPr>
            <a:lvl4pPr algn="l">
              <a:defRPr sz="382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4pPr>
            <a:lvl5pPr algn="l">
              <a:defRPr sz="382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5pPr>
            <a:lvl6pPr algn="l">
              <a:defRPr sz="382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6pPr>
            <a:lvl7pPr algn="l">
              <a:defRPr sz="382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7pPr>
            <a:lvl8pPr algn="l">
              <a:defRPr sz="382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8pPr>
            <a:lvl9pPr algn="l">
              <a:defRPr sz="382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 algn="l">
              <a:defRPr sz="382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3825" b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Today’s scope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94E4BA-1467-484A-88FC-ECE40C1D1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43225"/>
            <a:ext cx="104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defPPr>
            <a:lvl1pPr algn="l">
              <a:defRPr sz="360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1pPr>
            <a:lvl2pPr algn="l">
              <a:defRPr sz="360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2pPr>
            <a:lvl3pPr algn="l">
              <a:defRPr sz="360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3pPr>
            <a:lvl4pPr algn="l">
              <a:defRPr sz="360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4pPr>
            <a:lvl5pPr algn="l">
              <a:defRPr sz="360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5pPr>
            <a:lvl6pPr algn="l">
              <a:defRPr sz="360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6pPr>
            <a:lvl7pPr algn="l">
              <a:defRPr sz="360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7pPr>
            <a:lvl8pPr algn="l">
              <a:defRPr sz="360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8pPr>
            <a:lvl9pPr algn="l">
              <a:defRPr sz="360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pPr>
            <a:r>
              <a:rPr sz="3600" b="1">
                <a:solidFill>
                  <a:srgbClr val="AFBBFF"/>
                </a:solidFill>
                <a:latin typeface="DM Sans"/>
                <a:ea typeface="DM Sans"/>
                <a:cs typeface="DM San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2918E2-D176-4324-ACBE-1E7D6BB5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2952750"/>
            <a:ext cx="542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defPPr>
            <a:lvl1pPr algn="l">
              <a:defRPr sz="27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1pPr>
            <a:lvl2pPr algn="l">
              <a:defRPr sz="27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2pPr>
            <a:lvl3pPr algn="l">
              <a:defRPr sz="27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3pPr>
            <a:lvl4pPr algn="l">
              <a:defRPr sz="27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4pPr>
            <a:lvl5pPr algn="l">
              <a:defRPr sz="27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5pPr>
            <a:lvl6pPr algn="l">
              <a:defRPr sz="27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6pPr>
            <a:lvl7pPr algn="l">
              <a:defRPr sz="27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7pPr>
            <a:lvl8pPr algn="l">
              <a:defRPr sz="27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8pPr>
            <a:lvl9pPr algn="l">
              <a:defRPr sz="27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2775" b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Registration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5DE664-FE99-434E-A489-C6A77BFB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57625"/>
            <a:ext cx="104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defPPr>
            <a:lvl1pPr algn="l">
              <a:defRPr sz="360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1pPr>
            <a:lvl2pPr algn="l">
              <a:defRPr sz="360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2pPr>
            <a:lvl3pPr algn="l">
              <a:defRPr sz="360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3pPr>
            <a:lvl4pPr algn="l">
              <a:defRPr sz="360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4pPr>
            <a:lvl5pPr algn="l">
              <a:defRPr sz="360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5pPr>
            <a:lvl6pPr algn="l">
              <a:defRPr sz="360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6pPr>
            <a:lvl7pPr algn="l">
              <a:defRPr sz="360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7pPr>
            <a:lvl8pPr algn="l">
              <a:defRPr sz="360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8pPr>
            <a:lvl9pPr algn="l">
              <a:defRPr sz="360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pPr>
            <a:r>
              <a:rPr sz="3600" b="1">
                <a:solidFill>
                  <a:srgbClr val="AFBBFF"/>
                </a:solidFill>
                <a:latin typeface="DM Sans"/>
                <a:ea typeface="DM Sans"/>
                <a:cs typeface="DM San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FDF021-0555-46D6-95D7-A13141FC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3867150"/>
            <a:ext cx="542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defPPr>
            <a:lvl1pPr algn="l">
              <a:defRPr sz="27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1pPr>
            <a:lvl2pPr algn="l">
              <a:defRPr sz="27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2pPr>
            <a:lvl3pPr algn="l">
              <a:defRPr sz="27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3pPr>
            <a:lvl4pPr algn="l">
              <a:defRPr sz="27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4pPr>
            <a:lvl5pPr algn="l">
              <a:defRPr sz="27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5pPr>
            <a:lvl6pPr algn="l">
              <a:defRPr sz="27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6pPr>
            <a:lvl7pPr algn="l">
              <a:defRPr sz="27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7pPr>
            <a:lvl8pPr algn="l">
              <a:defRPr sz="27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8pPr>
            <a:lvl9pPr algn="l">
              <a:defRPr sz="27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2775" b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Login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4E7FB6-6352-4655-A3B0-7F821D13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72025"/>
            <a:ext cx="104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defPPr>
            <a:lvl1pPr algn="l">
              <a:defRPr sz="360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1pPr>
            <a:lvl2pPr algn="l">
              <a:defRPr sz="360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2pPr>
            <a:lvl3pPr algn="l">
              <a:defRPr sz="360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3pPr>
            <a:lvl4pPr algn="l">
              <a:defRPr sz="360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4pPr>
            <a:lvl5pPr algn="l">
              <a:defRPr sz="360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5pPr>
            <a:lvl6pPr algn="l">
              <a:defRPr sz="360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6pPr>
            <a:lvl7pPr algn="l">
              <a:defRPr sz="360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7pPr>
            <a:lvl8pPr algn="l">
              <a:defRPr sz="360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8pPr>
            <a:lvl9pPr algn="l">
              <a:defRPr sz="360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pPr>
            <a:r>
              <a:rPr sz="3600" b="1">
                <a:solidFill>
                  <a:srgbClr val="AFBBFF"/>
                </a:solidFill>
                <a:latin typeface="DM Sans"/>
                <a:ea typeface="DM Sans"/>
                <a:cs typeface="DM Sans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DB4A12-0F63-473C-8E61-885EE237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4781550"/>
            <a:ext cx="657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defPPr>
            <a:lvl1pPr algn="l">
              <a:defRPr sz="27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1pPr>
            <a:lvl2pPr algn="l">
              <a:defRPr sz="27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2pPr>
            <a:lvl3pPr algn="l">
              <a:defRPr sz="27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3pPr>
            <a:lvl4pPr algn="l">
              <a:defRPr sz="27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4pPr>
            <a:lvl5pPr algn="l">
              <a:defRPr sz="27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5pPr>
            <a:lvl6pPr algn="l">
              <a:defRPr sz="27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6pPr>
            <a:lvl7pPr algn="l">
              <a:defRPr sz="27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7pPr>
            <a:lvl8pPr algn="l">
              <a:defRPr sz="27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8pPr>
            <a:lvl9pPr algn="l">
              <a:defRPr sz="27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2775" b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Voter dashboard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DEC0B2-30A3-40FA-A21B-E0D8AF11B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962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CBD4F1"/>
                </a:solidFill>
                <a:latin typeface="DM Sans"/>
                <a:ea typeface="DM Sans"/>
                <a:cs typeface="DM Sans"/>
              </a:defRPr>
            </a:defPPr>
            <a:lvl1pPr algn="l">
              <a:defRPr sz="1425" b="0">
                <a:solidFill>
                  <a:srgbClr val="CBD4F1"/>
                </a:solidFill>
                <a:latin typeface="DM Sans"/>
                <a:ea typeface="DM Sans"/>
                <a:cs typeface="DM Sans"/>
              </a:defRPr>
            </a:lvl1pPr>
            <a:lvl2pPr algn="l">
              <a:defRPr sz="1425" b="0">
                <a:solidFill>
                  <a:srgbClr val="CBD4F1"/>
                </a:solidFill>
                <a:latin typeface="DM Sans"/>
                <a:ea typeface="DM Sans"/>
                <a:cs typeface="DM Sans"/>
              </a:defRPr>
            </a:lvl2pPr>
            <a:lvl3pPr algn="l">
              <a:defRPr sz="1425" b="0">
                <a:solidFill>
                  <a:srgbClr val="CBD4F1"/>
                </a:solidFill>
                <a:latin typeface="DM Sans"/>
                <a:ea typeface="DM Sans"/>
                <a:cs typeface="DM Sans"/>
              </a:defRPr>
            </a:lvl3pPr>
            <a:lvl4pPr algn="l">
              <a:defRPr sz="1425" b="0">
                <a:solidFill>
                  <a:srgbClr val="CBD4F1"/>
                </a:solidFill>
                <a:latin typeface="DM Sans"/>
                <a:ea typeface="DM Sans"/>
                <a:cs typeface="DM Sans"/>
              </a:defRPr>
            </a:lvl4pPr>
            <a:lvl5pPr algn="l">
              <a:defRPr sz="1425" b="0">
                <a:solidFill>
                  <a:srgbClr val="CBD4F1"/>
                </a:solidFill>
                <a:latin typeface="DM Sans"/>
                <a:ea typeface="DM Sans"/>
                <a:cs typeface="DM Sans"/>
              </a:defRPr>
            </a:lvl5pPr>
            <a:lvl6pPr algn="l">
              <a:defRPr sz="1425" b="0">
                <a:solidFill>
                  <a:srgbClr val="CBD4F1"/>
                </a:solidFill>
                <a:latin typeface="DM Sans"/>
                <a:ea typeface="DM Sans"/>
                <a:cs typeface="DM Sans"/>
              </a:defRPr>
            </a:lvl6pPr>
            <a:lvl7pPr algn="l">
              <a:defRPr sz="1425" b="0">
                <a:solidFill>
                  <a:srgbClr val="CBD4F1"/>
                </a:solidFill>
                <a:latin typeface="DM Sans"/>
                <a:ea typeface="DM Sans"/>
                <a:cs typeface="DM Sans"/>
              </a:defRPr>
            </a:lvl7pPr>
            <a:lvl8pPr algn="l">
              <a:defRPr sz="1425" b="0">
                <a:solidFill>
                  <a:srgbClr val="CBD4F1"/>
                </a:solidFill>
                <a:latin typeface="DM Sans"/>
                <a:ea typeface="DM Sans"/>
                <a:cs typeface="DM Sans"/>
              </a:defRPr>
            </a:lvl8pPr>
            <a:lvl9pPr algn="l">
              <a:defRPr sz="1425" b="0">
                <a:solidFill>
                  <a:srgbClr val="CBD4F1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CBD4F1"/>
                </a:solidFill>
                <a:latin typeface="DM Sans"/>
                <a:ea typeface="DM Sans"/>
                <a:cs typeface="DM Sans"/>
              </a:defRPr>
            </a:pPr>
            <a:r>
              <a:rPr sz="1425" b="0">
                <a:solidFill>
                  <a:srgbClr val="CBD4F1"/>
                </a:solidFill>
                <a:latin typeface="DM Sans"/>
                <a:ea typeface="DM Sans"/>
                <a:cs typeface="DM Sans"/>
              </a:rPr>
              <a:t>The ballot and results appear in the sample site, but the live walkthrough stops at the dashboard.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B501FF-AE9B-4CDF-95C8-820ECFDC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3246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defPPr>
            <a:lvl1pPr algn="r">
              <a:defRPr sz="10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1pPr>
            <a:lvl2pPr algn="r">
              <a:defRPr sz="10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2pPr>
            <a:lvl3pPr algn="r">
              <a:defRPr sz="10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3pPr>
            <a:lvl4pPr algn="r">
              <a:defRPr sz="10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4pPr>
            <a:lvl5pPr algn="r">
              <a:defRPr sz="10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5pPr>
            <a:lvl6pPr algn="r">
              <a:defRPr sz="10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6pPr>
            <a:lvl7pPr algn="r">
              <a:defRPr sz="10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7pPr>
            <a:lvl8pPr algn="r">
              <a:defRPr sz="10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8pPr>
            <a:lvl9pPr algn="r">
              <a:defRPr sz="10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pPr>
            <a:r>
              <a:rPr sz="1050" b="1">
                <a:solidFill>
                  <a:srgbClr val="AFBBFF"/>
                </a:solidFill>
                <a:latin typeface="DM Sans"/>
                <a:ea typeface="DM Sans"/>
                <a:cs typeface="DM Sans"/>
              </a:rPr>
              <a:t>02 / 09</a:t>
            </a:r>
          </a:p>
        </p:txBody>
      </p:sp>
    </p:spTree>
    <p:extLst>
      <p:ext uri="{BB962C8B-B14F-4D97-AF65-F5344CB8AC3E}">
        <p14:creationId xmlns:p14="http://schemas.microsoft.com/office/powerpoint/2010/main" val="20489981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230AF6-E587-4A91-B9C9-474D006ECC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819bbdb78745a9">
            <a:extLst>
              <a:ext uri="{96DAC541-7B7A-43D3-8B79-37D633B846F1}">
                <asvg:svgBlip xmlns:asvg="http://schemas.microsoft.com/office/drawing/2016/SVG/main" r:embed="Rb225df1e85034d9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285750"/>
            <a:ext cx="1952625" cy="40957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701E6E-9407-48BB-9600-EA9F304C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defPPr>
            <a:lvl1pPr algn="l">
              <a:defRPr sz="127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1pPr>
            <a:lvl2pPr algn="l">
              <a:defRPr sz="127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2pPr>
            <a:lvl3pPr algn="l">
              <a:defRPr sz="127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3pPr>
            <a:lvl4pPr algn="l">
              <a:defRPr sz="127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4pPr>
            <a:lvl5pPr algn="l">
              <a:defRPr sz="127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5pPr>
            <a:lvl6pPr algn="l">
              <a:defRPr sz="127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6pPr>
            <a:lvl7pPr algn="l">
              <a:defRPr sz="127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7pPr>
            <a:lvl8pPr algn="l">
              <a:defRPr sz="127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8pPr>
            <a:lvl9pPr algn="l">
              <a:defRPr sz="127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pPr>
            <a:r>
              <a:rPr sz="1275" b="1">
                <a:solidFill>
                  <a:srgbClr val="3D50B6"/>
                </a:solidFill>
                <a:latin typeface="DM Sans"/>
                <a:ea typeface="DM Sans"/>
                <a:cs typeface="DM Sans"/>
              </a:rPr>
              <a:t>REGISTRATION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13F633-5AB5-4605-99DF-577E75AB6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4619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8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defPPr>
            <a:lvl1pPr algn="l">
              <a:defRPr sz="38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1pPr>
            <a:lvl2pPr algn="l">
              <a:defRPr sz="38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2pPr>
            <a:lvl3pPr algn="l">
              <a:defRPr sz="38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3pPr>
            <a:lvl4pPr algn="l">
              <a:defRPr sz="38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4pPr>
            <a:lvl5pPr algn="l">
              <a:defRPr sz="38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5pPr>
            <a:lvl6pPr algn="l">
              <a:defRPr sz="38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6pPr>
            <a:lvl7pPr algn="l">
              <a:defRPr sz="38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7pPr>
            <a:lvl8pPr algn="l">
              <a:defRPr sz="38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8pPr>
            <a:lvl9pPr algn="l">
              <a:defRPr sz="38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 algn="l">
              <a:defRPr sz="38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pPr>
            <a:r>
              <a:rPr sz="3825" b="1">
                <a:solidFill>
                  <a:srgbClr val="1A2853"/>
                </a:solidFill>
                <a:latin typeface="DM Sans"/>
                <a:ea typeface="DM Sans"/>
                <a:cs typeface="DM Sans"/>
              </a:rPr>
              <a:t>Create an account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72713B-765B-4F7A-9473-60C8D9E9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4191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defPPr>
            <a:lvl1pPr algn="l">
              <a:defRPr sz="1725" b="0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1pPr>
            <a:lvl2pPr algn="l">
              <a:defRPr sz="1725" b="0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2pPr>
            <a:lvl3pPr algn="l">
              <a:defRPr sz="1725" b="0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3pPr>
            <a:lvl4pPr algn="l">
              <a:defRPr sz="1725" b="0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4pPr>
            <a:lvl5pPr algn="l">
              <a:defRPr sz="1725" b="0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5pPr>
            <a:lvl6pPr algn="l">
              <a:defRPr sz="1725" b="0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6pPr>
            <a:lvl7pPr algn="l">
              <a:defRPr sz="1725" b="0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7pPr>
            <a:lvl8pPr algn="l">
              <a:defRPr sz="1725" b="0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8pPr>
            <a:lvl9pPr algn="l">
              <a:defRPr sz="1725" b="0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pPr>
            <a:r>
              <a:rPr sz="1725" b="0">
                <a:solidFill>
                  <a:srgbClr val="536384"/>
                </a:solidFill>
                <a:latin typeface="DM Sans"/>
                <a:ea typeface="DM Sans"/>
                <a:cs typeface="DM Sans"/>
              </a:rPr>
              <a:t>The form collects a name, username, email address and password.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0ADFA2-CC92-4C19-BD55-C8EF656E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419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defPPr>
            <a:lvl1pPr algn="l">
              <a:defRPr sz="1725" b="0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1pPr>
            <a:lvl2pPr algn="l">
              <a:defRPr sz="1725" b="0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2pPr>
            <a:lvl3pPr algn="l">
              <a:defRPr sz="1725" b="0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3pPr>
            <a:lvl4pPr algn="l">
              <a:defRPr sz="1725" b="0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4pPr>
            <a:lvl5pPr algn="l">
              <a:defRPr sz="1725" b="0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5pPr>
            <a:lvl6pPr algn="l">
              <a:defRPr sz="1725" b="0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6pPr>
            <a:lvl7pPr algn="l">
              <a:defRPr sz="1725" b="0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7pPr>
            <a:lvl8pPr algn="l">
              <a:defRPr sz="1725" b="0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8pPr>
            <a:lvl9pPr algn="l">
              <a:defRPr sz="1725" b="0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pPr>
            <a:r>
              <a:rPr sz="1725" b="0">
                <a:solidFill>
                  <a:srgbClr val="536384"/>
                </a:solidFill>
                <a:latin typeface="DM Sans"/>
                <a:ea typeface="DM Sans"/>
                <a:cs typeface="DM Sans"/>
              </a:rPr>
              <a:t>A successful submission opens the voter dashboard immediately.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A7B0D8-89E7-43D0-A426-96C9336D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4524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defPPr>
            <a:lvl1pPr algn="l">
              <a:defRPr sz="142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1pPr>
            <a:lvl2pPr algn="l">
              <a:defRPr sz="142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2pPr>
            <a:lvl3pPr algn="l">
              <a:defRPr sz="142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3pPr>
            <a:lvl4pPr algn="l">
              <a:defRPr sz="142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4pPr>
            <a:lvl5pPr algn="l">
              <a:defRPr sz="142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5pPr>
            <a:lvl6pPr algn="l">
              <a:defRPr sz="142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6pPr>
            <a:lvl7pPr algn="l">
              <a:defRPr sz="142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7pPr>
            <a:lvl8pPr algn="l">
              <a:defRPr sz="142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8pPr>
            <a:lvl9pPr algn="l">
              <a:defRPr sz="142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pPr>
            <a:r>
              <a:rPr sz="1425" b="1">
                <a:solidFill>
                  <a:srgbClr val="3D50B6"/>
                </a:solidFill>
                <a:latin typeface="DM Sans"/>
                <a:ea typeface="DM Sans"/>
                <a:cs typeface="DM Sans"/>
              </a:rPr>
              <a:t>securevote/demo/register.php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50B286-AE35-45D7-99FD-2415506D5C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09dc0e7a69421f"/>
          <a:stretch xmlns:a="http://schemas.openxmlformats.org/drawingml/2006/main"/>
        </p:blipFill>
        <p:spPr>
          <a:xfrm xmlns:a="http://schemas.openxmlformats.org/drawingml/2006/main">
            <a:off x="5143500" y="1513880"/>
            <a:ext cx="6524625" cy="407789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5B5D8C-EFDB-40BF-9405-09BBEB86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3246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defPPr>
            <a:lvl1pPr algn="r">
              <a:defRPr sz="1050" b="1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1pPr>
            <a:lvl2pPr algn="r">
              <a:defRPr sz="1050" b="1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2pPr>
            <a:lvl3pPr algn="r">
              <a:defRPr sz="1050" b="1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3pPr>
            <a:lvl4pPr algn="r">
              <a:defRPr sz="1050" b="1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4pPr>
            <a:lvl5pPr algn="r">
              <a:defRPr sz="1050" b="1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5pPr>
            <a:lvl6pPr algn="r">
              <a:defRPr sz="1050" b="1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6pPr>
            <a:lvl7pPr algn="r">
              <a:defRPr sz="1050" b="1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7pPr>
            <a:lvl8pPr algn="r">
              <a:defRPr sz="1050" b="1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8pPr>
            <a:lvl9pPr algn="r">
              <a:defRPr sz="1050" b="1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pPr>
            <a:r>
              <a:rPr sz="1050" b="1">
                <a:solidFill>
                  <a:srgbClr val="536384"/>
                </a:solidFill>
                <a:latin typeface="DM Sans"/>
                <a:ea typeface="DM Sans"/>
                <a:cs typeface="DM Sans"/>
              </a:rPr>
              <a:t>03 / 09</a:t>
            </a:r>
          </a:p>
        </p:txBody>
      </p:sp>
    </p:spTree>
    <p:extLst>
      <p:ext uri="{BB962C8B-B14F-4D97-AF65-F5344CB8AC3E}">
        <p14:creationId xmlns:p14="http://schemas.microsoft.com/office/powerpoint/2010/main" val="5293606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119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935663-B795-4110-B407-CC0A322E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defPPr>
            <a:lvl1pPr algn="l">
              <a:defRPr sz="16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1pPr>
            <a:lvl2pPr algn="l">
              <a:defRPr sz="16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2pPr>
            <a:lvl3pPr algn="l">
              <a:defRPr sz="16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3pPr>
            <a:lvl4pPr algn="l">
              <a:defRPr sz="16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4pPr>
            <a:lvl5pPr algn="l">
              <a:defRPr sz="16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5pPr>
            <a:lvl6pPr algn="l">
              <a:defRPr sz="16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6pPr>
            <a:lvl7pPr algn="l">
              <a:defRPr sz="16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7pPr>
            <a:lvl8pPr algn="l">
              <a:defRPr sz="16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8pPr>
            <a:lvl9pPr algn="l">
              <a:defRPr sz="16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pPr>
            <a:r>
              <a:rPr sz="1650" b="1">
                <a:solidFill>
                  <a:srgbClr val="AFBBFF"/>
                </a:solidFill>
                <a:latin typeface="DM Sans"/>
                <a:ea typeface="DM Sans"/>
                <a:cs typeface="DM Sans"/>
              </a:rPr>
              <a:t>SECUREVOTE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4D324B-D5F9-4B3D-A9BF-F023F5EF4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82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defPPr>
            <a:lvl1pPr algn="l">
              <a:defRPr sz="382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1pPr>
            <a:lvl2pPr algn="l">
              <a:defRPr sz="382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2pPr>
            <a:lvl3pPr algn="l">
              <a:defRPr sz="382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3pPr>
            <a:lvl4pPr algn="l">
              <a:defRPr sz="382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4pPr>
            <a:lvl5pPr algn="l">
              <a:defRPr sz="382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5pPr>
            <a:lvl6pPr algn="l">
              <a:defRPr sz="382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6pPr>
            <a:lvl7pPr algn="l">
              <a:defRPr sz="382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7pPr>
            <a:lvl8pPr algn="l">
              <a:defRPr sz="382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8pPr>
            <a:lvl9pPr algn="l">
              <a:defRPr sz="382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 algn="l">
              <a:defRPr sz="382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3825" b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Registration checks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C249C1-1C8A-4BEC-934E-5BCAD21F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defPPr>
            <a:lvl1pPr algn="l">
              <a:defRPr sz="22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1pPr>
            <a:lvl2pPr algn="l">
              <a:defRPr sz="22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2pPr>
            <a:lvl3pPr algn="l">
              <a:defRPr sz="22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3pPr>
            <a:lvl4pPr algn="l">
              <a:defRPr sz="22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4pPr>
            <a:lvl5pPr algn="l">
              <a:defRPr sz="22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5pPr>
            <a:lvl6pPr algn="l">
              <a:defRPr sz="22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6pPr>
            <a:lvl7pPr algn="l">
              <a:defRPr sz="22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7pPr>
            <a:lvl8pPr algn="l">
              <a:defRPr sz="22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8pPr>
            <a:lvl9pPr algn="l">
              <a:defRPr sz="22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pPr>
            <a:r>
              <a:rPr sz="2250" b="1">
                <a:solidFill>
                  <a:srgbClr val="AFBBFF"/>
                </a:solidFill>
                <a:latin typeface="DM Sans"/>
                <a:ea typeface="DM Sans"/>
                <a:cs typeface="DM Sans"/>
              </a:rPr>
              <a:t>Identity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FED861-1885-46F5-852B-DC49F90B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2952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defPPr>
            <a:lvl1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1pPr>
            <a:lvl2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2pPr>
            <a:lvl3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3pPr>
            <a:lvl4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4pPr>
            <a:lvl5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5pPr>
            <a:lvl6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6pPr>
            <a:lvl7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7pPr>
            <a:lvl8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8pPr>
            <a:lvl9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650" b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Required names, a valid email address, and a unique username.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90FD51-3FC6-404D-8B26-D7A1F47A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622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defPPr>
            <a:lvl1pPr algn="l">
              <a:defRPr sz="22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1pPr>
            <a:lvl2pPr algn="l">
              <a:defRPr sz="22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2pPr>
            <a:lvl3pPr algn="l">
              <a:defRPr sz="22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3pPr>
            <a:lvl4pPr algn="l">
              <a:defRPr sz="22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4pPr>
            <a:lvl5pPr algn="l">
              <a:defRPr sz="22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5pPr>
            <a:lvl6pPr algn="l">
              <a:defRPr sz="22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6pPr>
            <a:lvl7pPr algn="l">
              <a:defRPr sz="22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7pPr>
            <a:lvl8pPr algn="l">
              <a:defRPr sz="22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8pPr>
            <a:lvl9pPr algn="l">
              <a:defRPr sz="22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pPr>
            <a:r>
              <a:rPr sz="2250" b="1">
                <a:solidFill>
                  <a:srgbClr val="AFBBFF"/>
                </a:solidFill>
                <a:latin typeface="DM Sans"/>
                <a:ea typeface="DM Sans"/>
                <a:cs typeface="DM Sans"/>
              </a:rPr>
              <a:t>Password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E7B769-3130-48F0-8EDD-392531EA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76600"/>
            <a:ext cx="2952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defPPr>
            <a:lvl1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1pPr>
            <a:lvl2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2pPr>
            <a:lvl3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3pPr>
            <a:lvl4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4pPr>
            <a:lvl5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5pPr>
            <a:lvl6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6pPr>
            <a:lvl7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7pPr>
            <a:lvl8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8pPr>
            <a:lvl9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650" b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At least 8 characters with a letter and a number. Confirmation must match.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77A36D-DAFD-4DAB-A138-44221017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622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defPPr>
            <a:lvl1pPr algn="l">
              <a:defRPr sz="22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1pPr>
            <a:lvl2pPr algn="l">
              <a:defRPr sz="22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2pPr>
            <a:lvl3pPr algn="l">
              <a:defRPr sz="22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3pPr>
            <a:lvl4pPr algn="l">
              <a:defRPr sz="22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4pPr>
            <a:lvl5pPr algn="l">
              <a:defRPr sz="22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5pPr>
            <a:lvl6pPr algn="l">
              <a:defRPr sz="22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6pPr>
            <a:lvl7pPr algn="l">
              <a:defRPr sz="22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7pPr>
            <a:lvl8pPr algn="l">
              <a:defRPr sz="22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8pPr>
            <a:lvl9pPr algn="l">
              <a:defRPr sz="22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pPr>
            <a:r>
              <a:rPr sz="2250" b="1">
                <a:solidFill>
                  <a:srgbClr val="AFBBFF"/>
                </a:solidFill>
                <a:latin typeface="DM Sans"/>
                <a:ea typeface="DM Sans"/>
                <a:cs typeface="DM Sans"/>
              </a:rPr>
              <a:t>Account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02B8A8-5A85-4113-888A-78EE92040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7660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defPPr>
            <a:lvl1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1pPr>
            <a:lvl2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2pPr>
            <a:lvl3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3pPr>
            <a:lvl4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4pPr>
            <a:lvl5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5pPr>
            <a:lvl6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6pPr>
            <a:lvl7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7pPr>
            <a:lvl8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8pPr>
            <a:lvl9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650" b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The server stores a password hash and creates the account only after validation.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DF1D3F-AFA5-4E13-8B3F-E9D54D49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CBD4F1"/>
                </a:solidFill>
                <a:latin typeface="DM Sans"/>
                <a:ea typeface="DM Sans"/>
                <a:cs typeface="DM Sans"/>
              </a:defRPr>
            </a:defPPr>
            <a:lvl1pPr algn="l">
              <a:defRPr sz="1500" b="0">
                <a:solidFill>
                  <a:srgbClr val="CBD4F1"/>
                </a:solidFill>
                <a:latin typeface="DM Sans"/>
                <a:ea typeface="DM Sans"/>
                <a:cs typeface="DM Sans"/>
              </a:defRPr>
            </a:lvl1pPr>
            <a:lvl2pPr algn="l">
              <a:defRPr sz="1500" b="0">
                <a:solidFill>
                  <a:srgbClr val="CBD4F1"/>
                </a:solidFill>
                <a:latin typeface="DM Sans"/>
                <a:ea typeface="DM Sans"/>
                <a:cs typeface="DM Sans"/>
              </a:defRPr>
            </a:lvl2pPr>
            <a:lvl3pPr algn="l">
              <a:defRPr sz="1500" b="0">
                <a:solidFill>
                  <a:srgbClr val="CBD4F1"/>
                </a:solidFill>
                <a:latin typeface="DM Sans"/>
                <a:ea typeface="DM Sans"/>
                <a:cs typeface="DM Sans"/>
              </a:defRPr>
            </a:lvl3pPr>
            <a:lvl4pPr algn="l">
              <a:defRPr sz="1500" b="0">
                <a:solidFill>
                  <a:srgbClr val="CBD4F1"/>
                </a:solidFill>
                <a:latin typeface="DM Sans"/>
                <a:ea typeface="DM Sans"/>
                <a:cs typeface="DM Sans"/>
              </a:defRPr>
            </a:lvl4pPr>
            <a:lvl5pPr algn="l">
              <a:defRPr sz="1500" b="0">
                <a:solidFill>
                  <a:srgbClr val="CBD4F1"/>
                </a:solidFill>
                <a:latin typeface="DM Sans"/>
                <a:ea typeface="DM Sans"/>
                <a:cs typeface="DM Sans"/>
              </a:defRPr>
            </a:lvl5pPr>
            <a:lvl6pPr algn="l">
              <a:defRPr sz="1500" b="0">
                <a:solidFill>
                  <a:srgbClr val="CBD4F1"/>
                </a:solidFill>
                <a:latin typeface="DM Sans"/>
                <a:ea typeface="DM Sans"/>
                <a:cs typeface="DM Sans"/>
              </a:defRPr>
            </a:lvl6pPr>
            <a:lvl7pPr algn="l">
              <a:defRPr sz="1500" b="0">
                <a:solidFill>
                  <a:srgbClr val="CBD4F1"/>
                </a:solidFill>
                <a:latin typeface="DM Sans"/>
                <a:ea typeface="DM Sans"/>
                <a:cs typeface="DM Sans"/>
              </a:defRPr>
            </a:lvl7pPr>
            <a:lvl8pPr algn="l">
              <a:defRPr sz="1500" b="0">
                <a:solidFill>
                  <a:srgbClr val="CBD4F1"/>
                </a:solidFill>
                <a:latin typeface="DM Sans"/>
                <a:ea typeface="DM Sans"/>
                <a:cs typeface="DM Sans"/>
              </a:defRPr>
            </a:lvl8pPr>
            <a:lvl9pPr algn="l">
              <a:defRPr sz="1500" b="0">
                <a:solidFill>
                  <a:srgbClr val="CBD4F1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CBD4F1"/>
                </a:solidFill>
                <a:latin typeface="DM Sans"/>
                <a:ea typeface="DM Sans"/>
                <a:cs typeface="DM Sans"/>
              </a:defRPr>
            </a:pPr>
            <a:r>
              <a:rPr sz="1500" b="0">
                <a:solidFill>
                  <a:srgbClr val="CBD4F1"/>
                </a:solidFill>
                <a:latin typeface="DM Sans"/>
                <a:ea typeface="DM Sans"/>
                <a:cs typeface="DM Sans"/>
              </a:rPr>
              <a:t>Invalid fields receive specific feedback before the account is created.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731CA0-4591-4BBB-A16E-9FC54A6F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3246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defPPr>
            <a:lvl1pPr algn="r">
              <a:defRPr sz="10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1pPr>
            <a:lvl2pPr algn="r">
              <a:defRPr sz="10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2pPr>
            <a:lvl3pPr algn="r">
              <a:defRPr sz="10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3pPr>
            <a:lvl4pPr algn="r">
              <a:defRPr sz="10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4pPr>
            <a:lvl5pPr algn="r">
              <a:defRPr sz="10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5pPr>
            <a:lvl6pPr algn="r">
              <a:defRPr sz="10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6pPr>
            <a:lvl7pPr algn="r">
              <a:defRPr sz="10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7pPr>
            <a:lvl8pPr algn="r">
              <a:defRPr sz="10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8pPr>
            <a:lvl9pPr algn="r">
              <a:defRPr sz="10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pPr>
            <a:r>
              <a:rPr sz="1050" b="1">
                <a:solidFill>
                  <a:srgbClr val="AFBBFF"/>
                </a:solidFill>
                <a:latin typeface="DM Sans"/>
                <a:ea typeface="DM Sans"/>
                <a:cs typeface="DM Sans"/>
              </a:rPr>
              <a:t>04 / 09</a:t>
            </a:r>
          </a:p>
        </p:txBody>
      </p:sp>
    </p:spTree>
    <p:extLst>
      <p:ext uri="{BB962C8B-B14F-4D97-AF65-F5344CB8AC3E}">
        <p14:creationId xmlns:p14="http://schemas.microsoft.com/office/powerpoint/2010/main" val="613314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253FE9-CE74-4943-925E-975475624F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1e4a1639624bbd">
            <a:extLst>
              <a:ext uri="{96DAC541-7B7A-43D3-8B79-37D633B846F1}">
                <asvg:svgBlip xmlns:asvg="http://schemas.microsoft.com/office/drawing/2016/SVG/main" r:embed="R5029653d713643e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285750"/>
            <a:ext cx="1952625" cy="40957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C11741-7930-4489-9E39-A335E0157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defPPr>
            <a:lvl1pPr algn="l">
              <a:defRPr sz="127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1pPr>
            <a:lvl2pPr algn="l">
              <a:defRPr sz="127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2pPr>
            <a:lvl3pPr algn="l">
              <a:defRPr sz="127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3pPr>
            <a:lvl4pPr algn="l">
              <a:defRPr sz="127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4pPr>
            <a:lvl5pPr algn="l">
              <a:defRPr sz="127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5pPr>
            <a:lvl6pPr algn="l">
              <a:defRPr sz="127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6pPr>
            <a:lvl7pPr algn="l">
              <a:defRPr sz="127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7pPr>
            <a:lvl8pPr algn="l">
              <a:defRPr sz="127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8pPr>
            <a:lvl9pPr algn="l">
              <a:defRPr sz="127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pPr>
            <a:r>
              <a:rPr sz="1275" b="1">
                <a:solidFill>
                  <a:srgbClr val="3D50B6"/>
                </a:solidFill>
                <a:latin typeface="DM Sans"/>
                <a:ea typeface="DM Sans"/>
                <a:cs typeface="DM Sans"/>
              </a:rPr>
              <a:t>LOGIN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0F96B8-523B-471A-AAEC-AF9592AC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4714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5977"/>
          </a:bodyPr>
          <a:lstStyle xmlns:a="http://schemas.openxmlformats.org/drawingml/2006/main">
            <a:defPPr algn="l">
              <a:defRPr sz="38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defPPr>
            <a:lvl1pPr algn="l">
              <a:defRPr sz="38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1pPr>
            <a:lvl2pPr algn="l">
              <a:defRPr sz="38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2pPr>
            <a:lvl3pPr algn="l">
              <a:defRPr sz="38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3pPr>
            <a:lvl4pPr algn="l">
              <a:defRPr sz="38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4pPr>
            <a:lvl5pPr algn="l">
              <a:defRPr sz="38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5pPr>
            <a:lvl6pPr algn="l">
              <a:defRPr sz="38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6pPr>
            <a:lvl7pPr algn="l">
              <a:defRPr sz="38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7pPr>
            <a:lvl8pPr algn="l">
              <a:defRPr sz="38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8pPr>
            <a:lvl9pPr algn="l">
              <a:defRPr sz="38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 algn="l">
              <a:defRPr sz="38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pPr>
            <a:r>
              <a:rPr sz="3825" b="1">
                <a:solidFill>
                  <a:srgbClr val="1A2853"/>
                </a:solidFill>
                <a:latin typeface="DM Sans"/>
                <a:ea typeface="DM Sans"/>
                <a:cs typeface="DM Sans"/>
              </a:rPr>
              <a:t>Return to your account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8C4A21-99B2-46CA-BD2E-4D258472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4095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defPPr>
            <a:lvl1pPr algn="l">
              <a:defRPr sz="1725" b="0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1pPr>
            <a:lvl2pPr algn="l">
              <a:defRPr sz="1725" b="0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2pPr>
            <a:lvl3pPr algn="l">
              <a:defRPr sz="1725" b="0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3pPr>
            <a:lvl4pPr algn="l">
              <a:defRPr sz="1725" b="0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4pPr>
            <a:lvl5pPr algn="l">
              <a:defRPr sz="1725" b="0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5pPr>
            <a:lvl6pPr algn="l">
              <a:defRPr sz="1725" b="0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6pPr>
            <a:lvl7pPr algn="l">
              <a:defRPr sz="1725" b="0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7pPr>
            <a:lvl8pPr algn="l">
              <a:defRPr sz="1725" b="0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8pPr>
            <a:lvl9pPr algn="l">
              <a:defRPr sz="1725" b="0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pPr>
            <a:r>
              <a:rPr sz="1725" b="0">
                <a:solidFill>
                  <a:srgbClr val="536384"/>
                </a:solidFill>
                <a:latin typeface="DM Sans"/>
                <a:ea typeface="DM Sans"/>
                <a:cs typeface="DM Sans"/>
              </a:rPr>
              <a:t>Enter the registered username or email and password.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CC613F-F853-4479-A6A6-B77DBBE7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defPPr>
            <a:lvl1pPr algn="l">
              <a:defRPr sz="1725" b="0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1pPr>
            <a:lvl2pPr algn="l">
              <a:defRPr sz="1725" b="0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2pPr>
            <a:lvl3pPr algn="l">
              <a:defRPr sz="1725" b="0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3pPr>
            <a:lvl4pPr algn="l">
              <a:defRPr sz="1725" b="0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4pPr>
            <a:lvl5pPr algn="l">
              <a:defRPr sz="1725" b="0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5pPr>
            <a:lvl6pPr algn="l">
              <a:defRPr sz="1725" b="0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6pPr>
            <a:lvl7pPr algn="l">
              <a:defRPr sz="1725" b="0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7pPr>
            <a:lvl8pPr algn="l">
              <a:defRPr sz="1725" b="0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8pPr>
            <a:lvl9pPr algn="l">
              <a:defRPr sz="1725" b="0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pPr>
            <a:r>
              <a:rPr sz="1725" b="0">
                <a:solidFill>
                  <a:srgbClr val="536384"/>
                </a:solidFill>
                <a:latin typeface="DM Sans"/>
                <a:ea typeface="DM Sans"/>
                <a:cs typeface="DM Sans"/>
              </a:rPr>
              <a:t>Valid credentials start a session and open the dashboard.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67C112-A8D8-4ADF-8064-63A74A00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4524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defPPr>
            <a:lvl1pPr algn="l">
              <a:defRPr sz="142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1pPr>
            <a:lvl2pPr algn="l">
              <a:defRPr sz="142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2pPr>
            <a:lvl3pPr algn="l">
              <a:defRPr sz="142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3pPr>
            <a:lvl4pPr algn="l">
              <a:defRPr sz="142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4pPr>
            <a:lvl5pPr algn="l">
              <a:defRPr sz="142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5pPr>
            <a:lvl6pPr algn="l">
              <a:defRPr sz="142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6pPr>
            <a:lvl7pPr algn="l">
              <a:defRPr sz="142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7pPr>
            <a:lvl8pPr algn="l">
              <a:defRPr sz="142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8pPr>
            <a:lvl9pPr algn="l">
              <a:defRPr sz="142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pPr>
            <a:r>
              <a:rPr sz="1425" b="1">
                <a:solidFill>
                  <a:srgbClr val="3D50B6"/>
                </a:solidFill>
                <a:latin typeface="DM Sans"/>
                <a:ea typeface="DM Sans"/>
                <a:cs typeface="DM Sans"/>
              </a:rPr>
              <a:t>securevote/demo/login.php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CC3335-9BFD-4524-AC7D-B821A1212E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ff51293d6041d5"/>
          <a:stretch xmlns:a="http://schemas.openxmlformats.org/drawingml/2006/main"/>
        </p:blipFill>
        <p:spPr>
          <a:xfrm xmlns:a="http://schemas.openxmlformats.org/drawingml/2006/main">
            <a:off x="5143500" y="1513880"/>
            <a:ext cx="6524625" cy="407789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3F10BC-8234-4010-947B-769CC7D6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3246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defPPr>
            <a:lvl1pPr algn="r">
              <a:defRPr sz="1050" b="1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1pPr>
            <a:lvl2pPr algn="r">
              <a:defRPr sz="1050" b="1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2pPr>
            <a:lvl3pPr algn="r">
              <a:defRPr sz="1050" b="1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3pPr>
            <a:lvl4pPr algn="r">
              <a:defRPr sz="1050" b="1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4pPr>
            <a:lvl5pPr algn="r">
              <a:defRPr sz="1050" b="1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5pPr>
            <a:lvl6pPr algn="r">
              <a:defRPr sz="1050" b="1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6pPr>
            <a:lvl7pPr algn="r">
              <a:defRPr sz="1050" b="1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7pPr>
            <a:lvl8pPr algn="r">
              <a:defRPr sz="1050" b="1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8pPr>
            <a:lvl9pPr algn="r">
              <a:defRPr sz="1050" b="1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pPr>
            <a:r>
              <a:rPr sz="1050" b="1">
                <a:solidFill>
                  <a:srgbClr val="536384"/>
                </a:solidFill>
                <a:latin typeface="DM Sans"/>
                <a:ea typeface="DM Sans"/>
                <a:cs typeface="DM Sans"/>
              </a:rPr>
              <a:t>05 / 09</a:t>
            </a:r>
          </a:p>
        </p:txBody>
      </p:sp>
    </p:spTree>
    <p:extLst>
      <p:ext uri="{BB962C8B-B14F-4D97-AF65-F5344CB8AC3E}">
        <p14:creationId xmlns:p14="http://schemas.microsoft.com/office/powerpoint/2010/main" val="3189468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19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083928-F1A2-4456-B843-5D6F1072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defPPr>
            <a:lvl1pPr algn="l">
              <a:defRPr sz="16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1pPr>
            <a:lvl2pPr algn="l">
              <a:defRPr sz="16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2pPr>
            <a:lvl3pPr algn="l">
              <a:defRPr sz="16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3pPr>
            <a:lvl4pPr algn="l">
              <a:defRPr sz="16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4pPr>
            <a:lvl5pPr algn="l">
              <a:defRPr sz="16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5pPr>
            <a:lvl6pPr algn="l">
              <a:defRPr sz="16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6pPr>
            <a:lvl7pPr algn="l">
              <a:defRPr sz="16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7pPr>
            <a:lvl8pPr algn="l">
              <a:defRPr sz="16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8pPr>
            <a:lvl9pPr algn="l">
              <a:defRPr sz="16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pPr>
            <a:r>
              <a:rPr sz="1650" b="1">
                <a:solidFill>
                  <a:srgbClr val="AFBBFF"/>
                </a:solidFill>
                <a:latin typeface="DM Sans"/>
                <a:ea typeface="DM Sans"/>
                <a:cs typeface="DM Sans"/>
              </a:rPr>
              <a:t>SECUREVOTE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6B4909-6412-4EBA-9FC8-16C3BF54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82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defPPr>
            <a:lvl1pPr algn="l">
              <a:defRPr sz="382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1pPr>
            <a:lvl2pPr algn="l">
              <a:defRPr sz="382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2pPr>
            <a:lvl3pPr algn="l">
              <a:defRPr sz="382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3pPr>
            <a:lvl4pPr algn="l">
              <a:defRPr sz="382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4pPr>
            <a:lvl5pPr algn="l">
              <a:defRPr sz="382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5pPr>
            <a:lvl6pPr algn="l">
              <a:defRPr sz="382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6pPr>
            <a:lvl7pPr algn="l">
              <a:defRPr sz="382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7pPr>
            <a:lvl8pPr algn="l">
              <a:defRPr sz="382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8pPr>
            <a:lvl9pPr algn="l">
              <a:defRPr sz="382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 algn="l">
              <a:defRPr sz="382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3825" b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Login safeguards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83CB18-795B-44D9-9FD2-5AE7CECC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defPPr>
            <a:lvl1pPr algn="l">
              <a:defRPr sz="2175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1pPr>
            <a:lvl2pPr algn="l">
              <a:defRPr sz="2175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2pPr>
            <a:lvl3pPr algn="l">
              <a:defRPr sz="2175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3pPr>
            <a:lvl4pPr algn="l">
              <a:defRPr sz="2175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4pPr>
            <a:lvl5pPr algn="l">
              <a:defRPr sz="2175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5pPr>
            <a:lvl6pPr algn="l">
              <a:defRPr sz="2175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6pPr>
            <a:lvl7pPr algn="l">
              <a:defRPr sz="2175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7pPr>
            <a:lvl8pPr algn="l">
              <a:defRPr sz="2175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8pPr>
            <a:lvl9pPr algn="l">
              <a:defRPr sz="2175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pPr>
            <a:r>
              <a:rPr sz="2175" b="1">
                <a:solidFill>
                  <a:srgbClr val="AFBBFF"/>
                </a:solidFill>
                <a:latin typeface="DM Sans"/>
                <a:ea typeface="DM Sans"/>
                <a:cs typeface="DM Sans"/>
              </a:rPr>
              <a:t>Password verification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92DD45-19BA-4B76-BB2D-F49431F3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4572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defPPr>
            <a:lvl1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1pPr>
            <a:lvl2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2pPr>
            <a:lvl3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3pPr>
            <a:lvl4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4pPr>
            <a:lvl5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5pPr>
            <a:lvl6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6pPr>
            <a:lvl7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7pPr>
            <a:lvl8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8pPr>
            <a:lvl9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650" b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The entered password is checked against the stored hash.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573F51-624A-4B7B-A0E3-F860699A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432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defPPr>
            <a:lvl1pPr algn="l">
              <a:defRPr sz="2175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1pPr>
            <a:lvl2pPr algn="l">
              <a:defRPr sz="2175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2pPr>
            <a:lvl3pPr algn="l">
              <a:defRPr sz="2175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3pPr>
            <a:lvl4pPr algn="l">
              <a:defRPr sz="2175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4pPr>
            <a:lvl5pPr algn="l">
              <a:defRPr sz="2175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5pPr>
            <a:lvl6pPr algn="l">
              <a:defRPr sz="2175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6pPr>
            <a:lvl7pPr algn="l">
              <a:defRPr sz="2175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7pPr>
            <a:lvl8pPr algn="l">
              <a:defRPr sz="2175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8pPr>
            <a:lvl9pPr algn="l">
              <a:defRPr sz="2175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pPr>
            <a:r>
              <a:rPr sz="2175" b="1">
                <a:solidFill>
                  <a:srgbClr val="AFBBFF"/>
                </a:solidFill>
                <a:latin typeface="DM Sans"/>
                <a:ea typeface="DM Sans"/>
                <a:cs typeface="DM Sans"/>
              </a:rPr>
              <a:t>Failed attempt limit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9756A1-5B1F-432A-B4B0-1693CF85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19450"/>
            <a:ext cx="4572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defPPr>
            <a:lvl1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1pPr>
            <a:lvl2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2pPr>
            <a:lvl3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3pPr>
            <a:lvl4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4pPr>
            <a:lvl5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5pPr>
            <a:lvl6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6pPr>
            <a:lvl7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7pPr>
            <a:lvl8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8pPr>
            <a:lvl9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650" b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Five failed attempts trigger a 15-minute wait for that identifier.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706831-E343-4609-AEEE-8F5AB517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defPPr>
            <a:lvl1pPr algn="l">
              <a:defRPr sz="2175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1pPr>
            <a:lvl2pPr algn="l">
              <a:defRPr sz="2175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2pPr>
            <a:lvl3pPr algn="l">
              <a:defRPr sz="2175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3pPr>
            <a:lvl4pPr algn="l">
              <a:defRPr sz="2175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4pPr>
            <a:lvl5pPr algn="l">
              <a:defRPr sz="2175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5pPr>
            <a:lvl6pPr algn="l">
              <a:defRPr sz="2175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6pPr>
            <a:lvl7pPr algn="l">
              <a:defRPr sz="2175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7pPr>
            <a:lvl8pPr algn="l">
              <a:defRPr sz="2175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8pPr>
            <a:lvl9pPr algn="l">
              <a:defRPr sz="2175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pPr>
            <a:r>
              <a:rPr sz="2175" b="1">
                <a:solidFill>
                  <a:srgbClr val="AFBBFF"/>
                </a:solidFill>
                <a:latin typeface="DM Sans"/>
                <a:ea typeface="DM Sans"/>
                <a:cs typeface="DM Sans"/>
              </a:rPr>
              <a:t>Session protection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14EE18-05A3-4DB5-99BE-B79A69A6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4572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defPPr>
            <a:lvl1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1pPr>
            <a:lvl2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2pPr>
            <a:lvl3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3pPr>
            <a:lvl4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4pPr>
            <a:lvl5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5pPr>
            <a:lvl6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6pPr>
            <a:lvl7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7pPr>
            <a:lvl8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8pPr>
            <a:lvl9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650" b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The session ID changes after a successful login.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732E46-EF32-4113-8EAF-CC1F8E53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672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defPPr>
            <a:lvl1pPr algn="l">
              <a:defRPr sz="2175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1pPr>
            <a:lvl2pPr algn="l">
              <a:defRPr sz="2175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2pPr>
            <a:lvl3pPr algn="l">
              <a:defRPr sz="2175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3pPr>
            <a:lvl4pPr algn="l">
              <a:defRPr sz="2175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4pPr>
            <a:lvl5pPr algn="l">
              <a:defRPr sz="2175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5pPr>
            <a:lvl6pPr algn="l">
              <a:defRPr sz="2175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6pPr>
            <a:lvl7pPr algn="l">
              <a:defRPr sz="2175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7pPr>
            <a:lvl8pPr algn="l">
              <a:defRPr sz="2175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8pPr>
            <a:lvl9pPr algn="l">
              <a:defRPr sz="2175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pPr>
            <a:r>
              <a:rPr sz="2175" b="1">
                <a:solidFill>
                  <a:srgbClr val="AFBBFF"/>
                </a:solidFill>
                <a:latin typeface="DM Sans"/>
                <a:ea typeface="DM Sans"/>
                <a:cs typeface="DM Sans"/>
              </a:rPr>
              <a:t>Form protection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247D3D-E6BD-494D-8088-E6DA8A23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43500"/>
            <a:ext cx="4572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defPPr>
            <a:lvl1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1pPr>
            <a:lvl2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2pPr>
            <a:lvl3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3pPr>
            <a:lvl4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4pPr>
            <a:lvl5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5pPr>
            <a:lvl6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6pPr>
            <a:lvl7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7pPr>
            <a:lvl8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8pPr>
            <a:lvl9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650" b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A CSRF token is checked when the form is submitted.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1966BF-FFFB-4FEA-965D-3F3354F7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3246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defPPr>
            <a:lvl1pPr algn="r">
              <a:defRPr sz="10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1pPr>
            <a:lvl2pPr algn="r">
              <a:defRPr sz="10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2pPr>
            <a:lvl3pPr algn="r">
              <a:defRPr sz="10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3pPr>
            <a:lvl4pPr algn="r">
              <a:defRPr sz="10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4pPr>
            <a:lvl5pPr algn="r">
              <a:defRPr sz="10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5pPr>
            <a:lvl6pPr algn="r">
              <a:defRPr sz="10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6pPr>
            <a:lvl7pPr algn="r">
              <a:defRPr sz="10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7pPr>
            <a:lvl8pPr algn="r">
              <a:defRPr sz="10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8pPr>
            <a:lvl9pPr algn="r">
              <a:defRPr sz="10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pPr>
            <a:r>
              <a:rPr sz="1050" b="1">
                <a:solidFill>
                  <a:srgbClr val="AFBBFF"/>
                </a:solidFill>
                <a:latin typeface="DM Sans"/>
                <a:ea typeface="DM Sans"/>
                <a:cs typeface="DM Sans"/>
              </a:rPr>
              <a:t>06 / 09</a:t>
            </a:r>
          </a:p>
        </p:txBody>
      </p:sp>
    </p:spTree>
    <p:extLst>
      <p:ext uri="{BB962C8B-B14F-4D97-AF65-F5344CB8AC3E}">
        <p14:creationId xmlns:p14="http://schemas.microsoft.com/office/powerpoint/2010/main" val="7150672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57246F-96BE-42C3-A9BB-90B9BC27A2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647dc1bc4449d8">
            <a:extLst>
              <a:ext uri="{96DAC541-7B7A-43D3-8B79-37D633B846F1}">
                <asvg:svgBlip xmlns:asvg="http://schemas.microsoft.com/office/drawing/2016/SVG/main" r:embed="R3a53423bf1ff4d4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285750"/>
            <a:ext cx="1952625" cy="40957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4BD4E7-7F3B-4829-8BE5-44FC7DA8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defPPr>
            <a:lvl1pPr algn="l">
              <a:defRPr sz="127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1pPr>
            <a:lvl2pPr algn="l">
              <a:defRPr sz="127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2pPr>
            <a:lvl3pPr algn="l">
              <a:defRPr sz="127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3pPr>
            <a:lvl4pPr algn="l">
              <a:defRPr sz="127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4pPr>
            <a:lvl5pPr algn="l">
              <a:defRPr sz="127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5pPr>
            <a:lvl6pPr algn="l">
              <a:defRPr sz="127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6pPr>
            <a:lvl7pPr algn="l">
              <a:defRPr sz="127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7pPr>
            <a:lvl8pPr algn="l">
              <a:defRPr sz="127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8pPr>
            <a:lvl9pPr algn="l">
              <a:defRPr sz="127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pPr>
            <a:r>
              <a:rPr sz="1275" b="1">
                <a:solidFill>
                  <a:srgbClr val="3D50B6"/>
                </a:solidFill>
                <a:latin typeface="DM Sans"/>
                <a:ea typeface="DM Sans"/>
                <a:cs typeface="DM Sans"/>
              </a:rPr>
              <a:t>AUTHENTICATED LANDING PAGE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FB0719-CCA7-4049-8D3B-5F80F8B3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590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8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defPPr>
            <a:lvl1pPr algn="l">
              <a:defRPr sz="38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1pPr>
            <a:lvl2pPr algn="l">
              <a:defRPr sz="38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2pPr>
            <a:lvl3pPr algn="l">
              <a:defRPr sz="38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3pPr>
            <a:lvl4pPr algn="l">
              <a:defRPr sz="38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4pPr>
            <a:lvl5pPr algn="l">
              <a:defRPr sz="38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5pPr>
            <a:lvl6pPr algn="l">
              <a:defRPr sz="38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6pPr>
            <a:lvl7pPr algn="l">
              <a:defRPr sz="38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7pPr>
            <a:lvl8pPr algn="l">
              <a:defRPr sz="38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8pPr>
            <a:lvl9pPr algn="l">
              <a:defRPr sz="38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 algn="l">
              <a:defRPr sz="38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pPr>
            <a:r>
              <a:rPr sz="3825" b="1">
                <a:solidFill>
                  <a:srgbClr val="1A2853"/>
                </a:solidFill>
                <a:latin typeface="DM Sans"/>
                <a:ea typeface="DM Sans"/>
                <a:cs typeface="DM Sans"/>
              </a:rPr>
              <a:t>Voter dashboard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5BA77-8B85-4CE8-9BA8-2A46CD3A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defPPr>
            <a:lvl1pPr algn="l">
              <a:defRPr sz="1650" b="0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1pPr>
            <a:lvl2pPr algn="l">
              <a:defRPr sz="1650" b="0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2pPr>
            <a:lvl3pPr algn="l">
              <a:defRPr sz="1650" b="0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3pPr>
            <a:lvl4pPr algn="l">
              <a:defRPr sz="1650" b="0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4pPr>
            <a:lvl5pPr algn="l">
              <a:defRPr sz="1650" b="0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5pPr>
            <a:lvl6pPr algn="l">
              <a:defRPr sz="1650" b="0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6pPr>
            <a:lvl7pPr algn="l">
              <a:defRPr sz="1650" b="0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7pPr>
            <a:lvl8pPr algn="l">
              <a:defRPr sz="1650" b="0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8pPr>
            <a:lvl9pPr algn="l">
              <a:defRPr sz="1650" b="0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pPr>
            <a:r>
              <a:rPr sz="1650" b="0">
                <a:solidFill>
                  <a:srgbClr val="536384"/>
                </a:solidFill>
                <a:latin typeface="DM Sans"/>
                <a:ea typeface="DM Sans"/>
                <a:cs typeface="DM Sans"/>
              </a:rPr>
              <a:t>Account status, sample elections and participation are visible after sign-in.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DB9544-9C50-4B43-BA36-AD9BEB9682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4dc81bf2684a9b"/>
          <a:stretch xmlns:a="http://schemas.openxmlformats.org/drawingml/2006/main"/>
        </p:blipFill>
        <p:spPr>
          <a:xfrm xmlns:a="http://schemas.openxmlformats.org/drawingml/2006/main">
            <a:off x="1381125" y="2820591"/>
            <a:ext cx="9429750" cy="327421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9E18C9-DA03-4369-933D-A909EFFF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62675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defPPr>
            <a:lvl1pPr algn="l">
              <a:defRPr sz="1350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1pPr>
            <a:lvl2pPr algn="l">
              <a:defRPr sz="1350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2pPr>
            <a:lvl3pPr algn="l">
              <a:defRPr sz="1350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3pPr>
            <a:lvl4pPr algn="l">
              <a:defRPr sz="1350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4pPr>
            <a:lvl5pPr algn="l">
              <a:defRPr sz="1350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5pPr>
            <a:lvl6pPr algn="l">
              <a:defRPr sz="1350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6pPr>
            <a:lvl7pPr algn="l">
              <a:defRPr sz="1350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7pPr>
            <a:lvl8pPr algn="l">
              <a:defRPr sz="1350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8pPr>
            <a:lvl9pPr algn="l">
              <a:defRPr sz="1350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pPr>
            <a:r>
              <a:rPr sz="1350" b="1">
                <a:solidFill>
                  <a:srgbClr val="3D50B6"/>
                </a:solidFill>
                <a:latin typeface="DM Sans"/>
                <a:ea typeface="DM Sans"/>
                <a:cs typeface="DM Sans"/>
              </a:rPr>
              <a:t>Sample accounts and ballots are separate from official voting.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6AAEDD-7D95-49F3-B7C4-F71F85EA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3246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defPPr>
            <a:lvl1pPr algn="r">
              <a:defRPr sz="1050" b="1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1pPr>
            <a:lvl2pPr algn="r">
              <a:defRPr sz="1050" b="1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2pPr>
            <a:lvl3pPr algn="r">
              <a:defRPr sz="1050" b="1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3pPr>
            <a:lvl4pPr algn="r">
              <a:defRPr sz="1050" b="1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4pPr>
            <a:lvl5pPr algn="r">
              <a:defRPr sz="1050" b="1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5pPr>
            <a:lvl6pPr algn="r">
              <a:defRPr sz="1050" b="1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6pPr>
            <a:lvl7pPr algn="r">
              <a:defRPr sz="1050" b="1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7pPr>
            <a:lvl8pPr algn="r">
              <a:defRPr sz="1050" b="1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8pPr>
            <a:lvl9pPr algn="r">
              <a:defRPr sz="1050" b="1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pPr>
            <a:r>
              <a:rPr sz="1050" b="1">
                <a:solidFill>
                  <a:srgbClr val="536384"/>
                </a:solidFill>
                <a:latin typeface="DM Sans"/>
                <a:ea typeface="DM Sans"/>
                <a:cs typeface="DM Sans"/>
              </a:rPr>
              <a:t>07 / 09</a:t>
            </a:r>
          </a:p>
        </p:txBody>
      </p:sp>
    </p:spTree>
    <p:extLst>
      <p:ext uri="{BB962C8B-B14F-4D97-AF65-F5344CB8AC3E}">
        <p14:creationId xmlns:p14="http://schemas.microsoft.com/office/powerpoint/2010/main" val="8873758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ADC7B2-EAB6-44EB-B7D9-E2D1262DA4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45fc51025648e0">
            <a:extLst>
              <a:ext uri="{96DAC541-7B7A-43D3-8B79-37D633B846F1}">
                <asvg:svgBlip xmlns:asvg="http://schemas.microsoft.com/office/drawing/2016/SVG/main" r:embed="R13f3dd3a7407426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285750"/>
            <a:ext cx="1952625" cy="40957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48DCA1-89CF-4CE0-92AC-ABB9C456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defPPr>
            <a:lvl1pPr algn="l">
              <a:defRPr sz="127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1pPr>
            <a:lvl2pPr algn="l">
              <a:defRPr sz="127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2pPr>
            <a:lvl3pPr algn="l">
              <a:defRPr sz="127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3pPr>
            <a:lvl4pPr algn="l">
              <a:defRPr sz="127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4pPr>
            <a:lvl5pPr algn="l">
              <a:defRPr sz="127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5pPr>
            <a:lvl6pPr algn="l">
              <a:defRPr sz="127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6pPr>
            <a:lvl7pPr algn="l">
              <a:defRPr sz="127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7pPr>
            <a:lvl8pPr algn="l">
              <a:defRPr sz="127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8pPr>
            <a:lvl9pPr algn="l">
              <a:defRPr sz="127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pPr>
            <a:r>
              <a:rPr sz="1275" b="1">
                <a:solidFill>
                  <a:srgbClr val="3D50B6"/>
                </a:solidFill>
                <a:latin typeface="DM Sans"/>
                <a:ea typeface="DM Sans"/>
                <a:cs typeface="DM Sans"/>
              </a:rPr>
              <a:t>LIVE WALKTHROUGH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60B78F-E343-4BD6-9279-96F66B5A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8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defPPr>
            <a:lvl1pPr algn="l">
              <a:defRPr sz="38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1pPr>
            <a:lvl2pPr algn="l">
              <a:defRPr sz="38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2pPr>
            <a:lvl3pPr algn="l">
              <a:defRPr sz="38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3pPr>
            <a:lvl4pPr algn="l">
              <a:defRPr sz="38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4pPr>
            <a:lvl5pPr algn="l">
              <a:defRPr sz="38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5pPr>
            <a:lvl6pPr algn="l">
              <a:defRPr sz="38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6pPr>
            <a:lvl7pPr algn="l">
              <a:defRPr sz="38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7pPr>
            <a:lvl8pPr algn="l">
              <a:defRPr sz="38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8pPr>
            <a:lvl9pPr algn="l">
              <a:defRPr sz="38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 algn="l">
              <a:defRPr sz="38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pPr>
            <a:r>
              <a:rPr sz="3825" b="1">
                <a:solidFill>
                  <a:srgbClr val="1A2853"/>
                </a:solidFill>
                <a:latin typeface="DM Sans"/>
                <a:ea typeface="DM Sans"/>
                <a:cs typeface="DM Sans"/>
              </a:rPr>
              <a:t>Four steps on the website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66FE9A-27B2-4DE7-A3F7-B2753C54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defPPr>
            <a:lvl1pPr algn="l">
              <a:defRPr sz="3450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1pPr>
            <a:lvl2pPr algn="l">
              <a:defRPr sz="3450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2pPr>
            <a:lvl3pPr algn="l">
              <a:defRPr sz="3450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3pPr>
            <a:lvl4pPr algn="l">
              <a:defRPr sz="3450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4pPr>
            <a:lvl5pPr algn="l">
              <a:defRPr sz="3450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5pPr>
            <a:lvl6pPr algn="l">
              <a:defRPr sz="3450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6pPr>
            <a:lvl7pPr algn="l">
              <a:defRPr sz="3450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7pPr>
            <a:lvl8pPr algn="l">
              <a:defRPr sz="3450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8pPr>
            <a:lvl9pPr algn="l">
              <a:defRPr sz="3450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pPr>
            <a:r>
              <a:rPr sz="3450" b="1">
                <a:solidFill>
                  <a:srgbClr val="3D50B6"/>
                </a:solidFill>
                <a:latin typeface="DM Sans"/>
                <a:ea typeface="DM Sans"/>
                <a:cs typeface="DM San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09D8E3-7002-4861-A25F-ADA15437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733675"/>
            <a:ext cx="838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defPPr>
            <a:lvl1pPr algn="l">
              <a:defRPr sz="23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1pPr>
            <a:lvl2pPr algn="l">
              <a:defRPr sz="23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2pPr>
            <a:lvl3pPr algn="l">
              <a:defRPr sz="23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3pPr>
            <a:lvl4pPr algn="l">
              <a:defRPr sz="23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4pPr>
            <a:lvl5pPr algn="l">
              <a:defRPr sz="23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5pPr>
            <a:lvl6pPr algn="l">
              <a:defRPr sz="23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6pPr>
            <a:lvl7pPr algn="l">
              <a:defRPr sz="23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7pPr>
            <a:lvl8pPr algn="l">
              <a:defRPr sz="23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8pPr>
            <a:lvl9pPr algn="l">
              <a:defRPr sz="23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pPr>
            <a:r>
              <a:rPr sz="2325" b="1">
                <a:solidFill>
                  <a:srgbClr val="1A2853"/>
                </a:solidFill>
                <a:latin typeface="DM Sans"/>
                <a:ea typeface="DM Sans"/>
                <a:cs typeface="DM Sans"/>
              </a:rPr>
              <a:t>Open the /demo site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A7AE1E-8C7F-48D0-A71F-F8502D10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defPPr>
            <a:lvl1pPr algn="l">
              <a:defRPr sz="3450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1pPr>
            <a:lvl2pPr algn="l">
              <a:defRPr sz="3450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2pPr>
            <a:lvl3pPr algn="l">
              <a:defRPr sz="3450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3pPr>
            <a:lvl4pPr algn="l">
              <a:defRPr sz="3450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4pPr>
            <a:lvl5pPr algn="l">
              <a:defRPr sz="3450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5pPr>
            <a:lvl6pPr algn="l">
              <a:defRPr sz="3450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6pPr>
            <a:lvl7pPr algn="l">
              <a:defRPr sz="3450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7pPr>
            <a:lvl8pPr algn="l">
              <a:defRPr sz="3450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8pPr>
            <a:lvl9pPr algn="l">
              <a:defRPr sz="3450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pPr>
            <a:r>
              <a:rPr sz="3450" b="1">
                <a:solidFill>
                  <a:srgbClr val="3D50B6"/>
                </a:solidFill>
                <a:latin typeface="DM Sans"/>
                <a:ea typeface="DM Sans"/>
                <a:cs typeface="DM Sans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331BEA-DC92-4F7B-AE4E-75F258E1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62350"/>
            <a:ext cx="838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defPPr>
            <a:lvl1pPr algn="l">
              <a:defRPr sz="23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1pPr>
            <a:lvl2pPr algn="l">
              <a:defRPr sz="23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2pPr>
            <a:lvl3pPr algn="l">
              <a:defRPr sz="23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3pPr>
            <a:lvl4pPr algn="l">
              <a:defRPr sz="23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4pPr>
            <a:lvl5pPr algn="l">
              <a:defRPr sz="23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5pPr>
            <a:lvl6pPr algn="l">
              <a:defRPr sz="23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6pPr>
            <a:lvl7pPr algn="l">
              <a:defRPr sz="23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7pPr>
            <a:lvl8pPr algn="l">
              <a:defRPr sz="23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8pPr>
            <a:lvl9pPr algn="l">
              <a:defRPr sz="23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pPr>
            <a:r>
              <a:rPr sz="2325" b="1">
                <a:solidFill>
                  <a:srgbClr val="1A2853"/>
                </a:solidFill>
                <a:latin typeface="DM Sans"/>
                <a:ea typeface="DM Sans"/>
                <a:cs typeface="DM Sans"/>
              </a:rPr>
              <a:t>Register a new voter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3A623C-3B66-421E-B3A4-DB1EE283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defPPr>
            <a:lvl1pPr algn="l">
              <a:defRPr sz="3450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1pPr>
            <a:lvl2pPr algn="l">
              <a:defRPr sz="3450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2pPr>
            <a:lvl3pPr algn="l">
              <a:defRPr sz="3450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3pPr>
            <a:lvl4pPr algn="l">
              <a:defRPr sz="3450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4pPr>
            <a:lvl5pPr algn="l">
              <a:defRPr sz="3450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5pPr>
            <a:lvl6pPr algn="l">
              <a:defRPr sz="3450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6pPr>
            <a:lvl7pPr algn="l">
              <a:defRPr sz="3450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7pPr>
            <a:lvl8pPr algn="l">
              <a:defRPr sz="3450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8pPr>
            <a:lvl9pPr algn="l">
              <a:defRPr sz="3450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pPr>
            <a:r>
              <a:rPr sz="3450" b="1">
                <a:solidFill>
                  <a:srgbClr val="3D50B6"/>
                </a:solidFill>
                <a:latin typeface="DM Sans"/>
                <a:ea typeface="DM Sans"/>
                <a:cs typeface="DM Sans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962472-1FFB-4B06-85EB-D5DCBDB3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91025"/>
            <a:ext cx="838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defPPr>
            <a:lvl1pPr algn="l">
              <a:defRPr sz="23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1pPr>
            <a:lvl2pPr algn="l">
              <a:defRPr sz="23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2pPr>
            <a:lvl3pPr algn="l">
              <a:defRPr sz="23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3pPr>
            <a:lvl4pPr algn="l">
              <a:defRPr sz="23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4pPr>
            <a:lvl5pPr algn="l">
              <a:defRPr sz="23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5pPr>
            <a:lvl6pPr algn="l">
              <a:defRPr sz="23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6pPr>
            <a:lvl7pPr algn="l">
              <a:defRPr sz="23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7pPr>
            <a:lvl8pPr algn="l">
              <a:defRPr sz="23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8pPr>
            <a:lvl9pPr algn="l">
              <a:defRPr sz="23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pPr>
            <a:r>
              <a:rPr sz="2325" b="1">
                <a:solidFill>
                  <a:srgbClr val="1A2853"/>
                </a:solidFill>
                <a:latin typeface="DM Sans"/>
                <a:ea typeface="DM Sans"/>
                <a:cs typeface="DM Sans"/>
              </a:rPr>
              <a:t>Show the dashboard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0F5884-E829-4D83-889A-F3091003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defPPr>
            <a:lvl1pPr algn="l">
              <a:defRPr sz="3450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1pPr>
            <a:lvl2pPr algn="l">
              <a:defRPr sz="3450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2pPr>
            <a:lvl3pPr algn="l">
              <a:defRPr sz="3450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3pPr>
            <a:lvl4pPr algn="l">
              <a:defRPr sz="3450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4pPr>
            <a:lvl5pPr algn="l">
              <a:defRPr sz="3450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5pPr>
            <a:lvl6pPr algn="l">
              <a:defRPr sz="3450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6pPr>
            <a:lvl7pPr algn="l">
              <a:defRPr sz="3450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7pPr>
            <a:lvl8pPr algn="l">
              <a:defRPr sz="3450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8pPr>
            <a:lvl9pPr algn="l">
              <a:defRPr sz="3450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3D50B6"/>
                </a:solidFill>
                <a:latin typeface="DM Sans"/>
                <a:ea typeface="DM Sans"/>
                <a:cs typeface="DM Sans"/>
              </a:defRPr>
            </a:pPr>
            <a:r>
              <a:rPr sz="3450" b="1">
                <a:solidFill>
                  <a:srgbClr val="3D50B6"/>
                </a:solidFill>
                <a:latin typeface="DM Sans"/>
                <a:ea typeface="DM Sans"/>
                <a:cs typeface="DM Sans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9FF410-6835-4748-8A3C-D0B184F4A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19700"/>
            <a:ext cx="923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defPPr>
            <a:lvl1pPr algn="l">
              <a:defRPr sz="23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1pPr>
            <a:lvl2pPr algn="l">
              <a:defRPr sz="23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2pPr>
            <a:lvl3pPr algn="l">
              <a:defRPr sz="23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3pPr>
            <a:lvl4pPr algn="l">
              <a:defRPr sz="23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4pPr>
            <a:lvl5pPr algn="l">
              <a:defRPr sz="23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5pPr>
            <a:lvl6pPr algn="l">
              <a:defRPr sz="23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6pPr>
            <a:lvl7pPr algn="l">
              <a:defRPr sz="23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7pPr>
            <a:lvl8pPr algn="l">
              <a:defRPr sz="23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8pPr>
            <a:lvl9pPr algn="l">
              <a:defRPr sz="23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A2853"/>
                </a:solidFill>
                <a:latin typeface="DM Sans"/>
                <a:ea typeface="DM Sans"/>
                <a:cs typeface="DM Sans"/>
              </a:defRPr>
            </a:pPr>
            <a:r>
              <a:rPr sz="2325" b="1">
                <a:solidFill>
                  <a:srgbClr val="1A2853"/>
                </a:solidFill>
                <a:latin typeface="DM Sans"/>
                <a:ea typeface="DM Sans"/>
                <a:cs typeface="DM Sans"/>
              </a:rPr>
              <a:t>Sign out, then sign back 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E659D3-D7E3-4842-80CB-48034F6D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3246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defPPr>
            <a:lvl1pPr algn="r">
              <a:defRPr sz="1050" b="1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1pPr>
            <a:lvl2pPr algn="r">
              <a:defRPr sz="1050" b="1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2pPr>
            <a:lvl3pPr algn="r">
              <a:defRPr sz="1050" b="1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3pPr>
            <a:lvl4pPr algn="r">
              <a:defRPr sz="1050" b="1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4pPr>
            <a:lvl5pPr algn="r">
              <a:defRPr sz="1050" b="1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5pPr>
            <a:lvl6pPr algn="r">
              <a:defRPr sz="1050" b="1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6pPr>
            <a:lvl7pPr algn="r">
              <a:defRPr sz="1050" b="1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7pPr>
            <a:lvl8pPr algn="r">
              <a:defRPr sz="1050" b="1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8pPr>
            <a:lvl9pPr algn="r">
              <a:defRPr sz="1050" b="1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536384"/>
                </a:solidFill>
                <a:latin typeface="DM Sans"/>
                <a:ea typeface="DM Sans"/>
                <a:cs typeface="DM Sans"/>
              </a:defRPr>
            </a:pPr>
            <a:r>
              <a:rPr sz="1050" b="1">
                <a:solidFill>
                  <a:srgbClr val="536384"/>
                </a:solidFill>
                <a:latin typeface="DM Sans"/>
                <a:ea typeface="DM Sans"/>
                <a:cs typeface="DM Sans"/>
              </a:rPr>
              <a:t>08 / 09</a:t>
            </a:r>
          </a:p>
        </p:txBody>
      </p:sp>
    </p:spTree>
    <p:extLst>
      <p:ext uri="{BB962C8B-B14F-4D97-AF65-F5344CB8AC3E}">
        <p14:creationId xmlns:p14="http://schemas.microsoft.com/office/powerpoint/2010/main" val="13746169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119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628B14-C279-447C-9E3C-F6B9FCCE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defPPr>
            <a:lvl1pPr algn="l">
              <a:defRPr sz="16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1pPr>
            <a:lvl2pPr algn="l">
              <a:defRPr sz="16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2pPr>
            <a:lvl3pPr algn="l">
              <a:defRPr sz="16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3pPr>
            <a:lvl4pPr algn="l">
              <a:defRPr sz="16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4pPr>
            <a:lvl5pPr algn="l">
              <a:defRPr sz="16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5pPr>
            <a:lvl6pPr algn="l">
              <a:defRPr sz="16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6pPr>
            <a:lvl7pPr algn="l">
              <a:defRPr sz="16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7pPr>
            <a:lvl8pPr algn="l">
              <a:defRPr sz="16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8pPr>
            <a:lvl9pPr algn="l">
              <a:defRPr sz="16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pPr>
            <a:r>
              <a:rPr sz="1650" b="1">
                <a:solidFill>
                  <a:srgbClr val="AFBBFF"/>
                </a:solidFill>
                <a:latin typeface="DM Sans"/>
                <a:ea typeface="DM Sans"/>
                <a:cs typeface="DM Sans"/>
              </a:rPr>
              <a:t>SECUREVOTE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9E7847-7DFE-4A6A-9963-E5349C64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60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defPPr>
            <a:lvl1pPr algn="l">
              <a:defRPr sz="60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1pPr>
            <a:lvl2pPr algn="l">
              <a:defRPr sz="60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2pPr>
            <a:lvl3pPr algn="l">
              <a:defRPr sz="60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3pPr>
            <a:lvl4pPr algn="l">
              <a:defRPr sz="60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4pPr>
            <a:lvl5pPr algn="l">
              <a:defRPr sz="60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5pPr>
            <a:lvl6pPr algn="l">
              <a:defRPr sz="60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6pPr>
            <a:lvl7pPr algn="l">
              <a:defRPr sz="60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7pPr>
            <a:lvl8pPr algn="l">
              <a:defRPr sz="60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8pPr>
            <a:lvl9pPr algn="l">
              <a:defRPr sz="60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 algn="l">
              <a:defRPr sz="60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6075" b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Questions?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50152A-A981-4430-8425-C4BE8183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8477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defPPr>
            <a:lvl1pPr algn="l">
              <a:defRPr sz="2175" b="0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1pPr>
            <a:lvl2pPr algn="l">
              <a:defRPr sz="2175" b="0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2pPr>
            <a:lvl3pPr algn="l">
              <a:defRPr sz="2175" b="0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3pPr>
            <a:lvl4pPr algn="l">
              <a:defRPr sz="2175" b="0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4pPr>
            <a:lvl5pPr algn="l">
              <a:defRPr sz="2175" b="0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5pPr>
            <a:lvl6pPr algn="l">
              <a:defRPr sz="2175" b="0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6pPr>
            <a:lvl7pPr algn="l">
              <a:defRPr sz="2175" b="0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7pPr>
            <a:lvl8pPr algn="l">
              <a:defRPr sz="2175" b="0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8pPr>
            <a:lvl9pPr algn="l">
              <a:defRPr sz="2175" b="0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pPr>
            <a:r>
              <a:rPr sz="2175" b="0">
                <a:solidFill>
                  <a:srgbClr val="AFBBFF"/>
                </a:solidFill>
                <a:latin typeface="DM Sans"/>
                <a:ea typeface="DM Sans"/>
                <a:cs typeface="DM Sans"/>
              </a:rPr>
              <a:t>Authentication, registration and voter dashboard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D7062A-1043-46CD-927D-FDD6C345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19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defPPr>
            <a:lvl1pPr algn="l">
              <a:defRPr sz="150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1pPr>
            <a:lvl2pPr algn="l">
              <a:defRPr sz="150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2pPr>
            <a:lvl3pPr algn="l">
              <a:defRPr sz="150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3pPr>
            <a:lvl4pPr algn="l">
              <a:defRPr sz="150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4pPr>
            <a:lvl5pPr algn="l">
              <a:defRPr sz="150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5pPr>
            <a:lvl6pPr algn="l">
              <a:defRPr sz="150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6pPr>
            <a:lvl7pPr algn="l">
              <a:defRPr sz="150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7pPr>
            <a:lvl8pPr algn="l">
              <a:defRPr sz="150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8pPr>
            <a:lvl9pPr algn="l">
              <a:defRPr sz="150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500" b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darkblue-hummingbird-464264.hostingersite.com/securevote/demo/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3D778B-4A9B-4194-9B59-3CFCD073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3246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defPPr>
            <a:lvl1pPr algn="r">
              <a:defRPr sz="10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1pPr>
            <a:lvl2pPr algn="r">
              <a:defRPr sz="10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2pPr>
            <a:lvl3pPr algn="r">
              <a:defRPr sz="10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3pPr>
            <a:lvl4pPr algn="r">
              <a:defRPr sz="10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4pPr>
            <a:lvl5pPr algn="r">
              <a:defRPr sz="10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5pPr>
            <a:lvl6pPr algn="r">
              <a:defRPr sz="10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6pPr>
            <a:lvl7pPr algn="r">
              <a:defRPr sz="10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7pPr>
            <a:lvl8pPr algn="r">
              <a:defRPr sz="10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8pPr>
            <a:lvl9pPr algn="r">
              <a:defRPr sz="10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AFBBFF"/>
                </a:solidFill>
                <a:latin typeface="DM Sans"/>
                <a:ea typeface="DM Sans"/>
                <a:cs typeface="DM Sans"/>
              </a:defRPr>
            </a:pPr>
            <a:r>
              <a:rPr sz="1050" b="1">
                <a:solidFill>
                  <a:srgbClr val="AFBBFF"/>
                </a:solidFill>
                <a:latin typeface="DM Sans"/>
                <a:ea typeface="DM Sans"/>
                <a:cs typeface="DM Sans"/>
              </a:rPr>
              <a:t>09 / 09</a:t>
            </a:r>
          </a:p>
        </p:txBody>
      </p:sp>
    </p:spTree>
    <p:extLst>
      <p:ext uri="{BB962C8B-B14F-4D97-AF65-F5344CB8AC3E}">
        <p14:creationId xmlns:p14="http://schemas.microsoft.com/office/powerpoint/2010/main" val="2737720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2026-10-27T04:45:02.5700000Z</dcterms:created>
  <dcterms:modified xsi:type="dcterms:W3CDTF">2026-10-27T04:45:02.5700000Z</dcterms:modified>
</coreProperties>
</file>